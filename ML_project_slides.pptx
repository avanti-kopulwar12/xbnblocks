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Golos Text"/>
      <p:regular r:id="rId20"/>
      <p:bold r:id="rId21"/>
    </p:embeddedFont>
    <p:embeddedFont>
      <p:font typeface="Commissioner"/>
      <p:regular r:id="rId22"/>
      <p:bold r:id="rId23"/>
    </p:embeddedFont>
    <p:embeddedFont>
      <p:font typeface="Golos Text SemiBold"/>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GolosText-regular.fntdata"/><Relationship Id="rId22" Type="http://schemas.openxmlformats.org/officeDocument/2006/relationships/font" Target="fonts/Commissioner-regular.fntdata"/><Relationship Id="rId21" Type="http://schemas.openxmlformats.org/officeDocument/2006/relationships/font" Target="fonts/GolosText-bold.fntdata"/><Relationship Id="rId24" Type="http://schemas.openxmlformats.org/officeDocument/2006/relationships/font" Target="fonts/GolosTextSemiBold-regular.fntdata"/><Relationship Id="rId23" Type="http://schemas.openxmlformats.org/officeDocument/2006/relationships/font" Target="fonts/Commissioner-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GolosTextSemiBold-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747bfd1ede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747bfd1ede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336d459b9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336d459b9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a553f5395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a553f5395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a553f53957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a553f53957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a54571a27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a54571a27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a54571a27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a54571a27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90facfb551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90facfb551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90facfb551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90facfb551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90facfb551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90facfb551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90facfb551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90facfb551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90facfb551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90facfb551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90facfb551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90facfb551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90facfb551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390facfb551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90facfb551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90facfb551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a553f539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a553f539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s://freepik.com/"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3225" y="1014550"/>
            <a:ext cx="5602200" cy="2219700"/>
          </a:xfrm>
          <a:prstGeom prst="rect">
            <a:avLst/>
          </a:prstGeom>
        </p:spPr>
        <p:txBody>
          <a:bodyPr anchorCtr="0" anchor="b" bIns="91425" lIns="91425" spcFirstLastPara="1" rIns="91425" wrap="square" tIns="91425">
            <a:noAutofit/>
          </a:bodyPr>
          <a:lstStyle>
            <a:lvl1pPr lvl="0" algn="l">
              <a:spcBef>
                <a:spcPts val="0"/>
              </a:spcBef>
              <a:spcAft>
                <a:spcPts val="0"/>
              </a:spcAft>
              <a:buSzPts val="4700"/>
              <a:buNone/>
              <a:defRPr sz="3600"/>
            </a:lvl1pPr>
            <a:lvl2pPr lvl="1" algn="l">
              <a:spcBef>
                <a:spcPts val="0"/>
              </a:spcBef>
              <a:spcAft>
                <a:spcPts val="0"/>
              </a:spcAft>
              <a:buSzPts val="4700"/>
              <a:buNone/>
              <a:defRPr sz="4700"/>
            </a:lvl2pPr>
            <a:lvl3pPr lvl="2" algn="l">
              <a:spcBef>
                <a:spcPts val="0"/>
              </a:spcBef>
              <a:spcAft>
                <a:spcPts val="0"/>
              </a:spcAft>
              <a:buSzPts val="4700"/>
              <a:buNone/>
              <a:defRPr sz="4700"/>
            </a:lvl3pPr>
            <a:lvl4pPr lvl="3" algn="l">
              <a:spcBef>
                <a:spcPts val="0"/>
              </a:spcBef>
              <a:spcAft>
                <a:spcPts val="0"/>
              </a:spcAft>
              <a:buSzPts val="4700"/>
              <a:buNone/>
              <a:defRPr sz="4700"/>
            </a:lvl4pPr>
            <a:lvl5pPr lvl="4" algn="l">
              <a:spcBef>
                <a:spcPts val="0"/>
              </a:spcBef>
              <a:spcAft>
                <a:spcPts val="0"/>
              </a:spcAft>
              <a:buSzPts val="4700"/>
              <a:buNone/>
              <a:defRPr sz="4700"/>
            </a:lvl5pPr>
            <a:lvl6pPr lvl="5" algn="l">
              <a:spcBef>
                <a:spcPts val="0"/>
              </a:spcBef>
              <a:spcAft>
                <a:spcPts val="0"/>
              </a:spcAft>
              <a:buSzPts val="4700"/>
              <a:buNone/>
              <a:defRPr sz="4700"/>
            </a:lvl6pPr>
            <a:lvl7pPr lvl="6" algn="l">
              <a:spcBef>
                <a:spcPts val="0"/>
              </a:spcBef>
              <a:spcAft>
                <a:spcPts val="0"/>
              </a:spcAft>
              <a:buSzPts val="4700"/>
              <a:buNone/>
              <a:defRPr sz="4700"/>
            </a:lvl7pPr>
            <a:lvl8pPr lvl="7" algn="l">
              <a:spcBef>
                <a:spcPts val="0"/>
              </a:spcBef>
              <a:spcAft>
                <a:spcPts val="0"/>
              </a:spcAft>
              <a:buSzPts val="4700"/>
              <a:buNone/>
              <a:defRPr sz="4700"/>
            </a:lvl8pPr>
            <a:lvl9pPr lvl="8" algn="l">
              <a:spcBef>
                <a:spcPts val="0"/>
              </a:spcBef>
              <a:spcAft>
                <a:spcPts val="0"/>
              </a:spcAft>
              <a:buSzPts val="4700"/>
              <a:buNone/>
              <a:defRPr sz="4700"/>
            </a:lvl9pPr>
          </a:lstStyle>
          <a:p/>
        </p:txBody>
      </p:sp>
      <p:sp>
        <p:nvSpPr>
          <p:cNvPr id="10" name="Google Shape;10;p2"/>
          <p:cNvSpPr txBox="1"/>
          <p:nvPr>
            <p:ph idx="1" type="subTitle"/>
          </p:nvPr>
        </p:nvSpPr>
        <p:spPr>
          <a:xfrm>
            <a:off x="713225" y="3315975"/>
            <a:ext cx="5602200" cy="7266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p:txBody>
      </p:sp>
      <p:sp>
        <p:nvSpPr>
          <p:cNvPr id="11" name="Google Shape;11;p2"/>
          <p:cNvSpPr/>
          <p:nvPr/>
        </p:nvSpPr>
        <p:spPr>
          <a:xfrm>
            <a:off x="829110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 name="Google Shape;12;p2"/>
          <p:cNvGrpSpPr/>
          <p:nvPr/>
        </p:nvGrpSpPr>
        <p:grpSpPr>
          <a:xfrm>
            <a:off x="-55375" y="539500"/>
            <a:ext cx="9199350" cy="4604000"/>
            <a:chOff x="-55375" y="539500"/>
            <a:chExt cx="9199350" cy="4604000"/>
          </a:xfrm>
        </p:grpSpPr>
        <p:cxnSp>
          <p:nvCxnSpPr>
            <p:cNvPr id="13" name="Google Shape;13;p2"/>
            <p:cNvCxnSpPr/>
            <p:nvPr/>
          </p:nvCxnSpPr>
          <p:spPr>
            <a:xfrm>
              <a:off x="-55375" y="4608575"/>
              <a:ext cx="4870800" cy="0"/>
            </a:xfrm>
            <a:prstGeom prst="straightConnector1">
              <a:avLst/>
            </a:prstGeom>
            <a:noFill/>
            <a:ln cap="flat" cmpd="sng" w="9525">
              <a:solidFill>
                <a:schemeClr val="dk1"/>
              </a:solidFill>
              <a:prstDash val="solid"/>
              <a:round/>
              <a:headEnd len="med" w="med" type="none"/>
              <a:tailEnd len="med" w="med" type="none"/>
            </a:ln>
          </p:spPr>
        </p:cxnSp>
        <p:cxnSp>
          <p:nvCxnSpPr>
            <p:cNvPr id="14" name="Google Shape;14;p2"/>
            <p:cNvCxnSpPr/>
            <p:nvPr/>
          </p:nvCxnSpPr>
          <p:spPr>
            <a:xfrm>
              <a:off x="4751675" y="539500"/>
              <a:ext cx="4392300" cy="0"/>
            </a:xfrm>
            <a:prstGeom prst="straightConnector1">
              <a:avLst/>
            </a:prstGeom>
            <a:noFill/>
            <a:ln cap="flat" cmpd="sng" w="9525">
              <a:solidFill>
                <a:schemeClr val="dk1"/>
              </a:solidFill>
              <a:prstDash val="solid"/>
              <a:round/>
              <a:headEnd len="med" w="med" type="none"/>
              <a:tailEnd len="med" w="med" type="none"/>
            </a:ln>
          </p:spPr>
        </p:cxnSp>
        <p:cxnSp>
          <p:nvCxnSpPr>
            <p:cNvPr id="15" name="Google Shape;15;p2"/>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txBox="1"/>
          <p:nvPr>
            <p:ph type="title"/>
          </p:nvPr>
        </p:nvSpPr>
        <p:spPr>
          <a:xfrm>
            <a:off x="1512075" y="2036300"/>
            <a:ext cx="4944900" cy="1477500"/>
          </a:xfrm>
          <a:prstGeom prst="rect">
            <a:avLst/>
          </a:prstGeom>
        </p:spPr>
        <p:txBody>
          <a:bodyPr anchorCtr="0" anchor="t" bIns="91425" lIns="91425" spcFirstLastPara="1" rIns="91425" wrap="square" tIns="91425">
            <a:noAutofit/>
          </a:bodyPr>
          <a:lstStyle>
            <a:lvl1pPr lvl="0" algn="l">
              <a:spcBef>
                <a:spcPts val="0"/>
              </a:spcBef>
              <a:spcAft>
                <a:spcPts val="0"/>
              </a:spcAft>
              <a:buSzPts val="4500"/>
              <a:buNone/>
              <a:defRPr sz="4200"/>
            </a:lvl1pPr>
            <a:lvl2pPr lvl="1" algn="r">
              <a:spcBef>
                <a:spcPts val="0"/>
              </a:spcBef>
              <a:spcAft>
                <a:spcPts val="0"/>
              </a:spcAft>
              <a:buSzPts val="4500"/>
              <a:buNone/>
              <a:defRPr sz="4500"/>
            </a:lvl2pPr>
            <a:lvl3pPr lvl="2" algn="r">
              <a:spcBef>
                <a:spcPts val="0"/>
              </a:spcBef>
              <a:spcAft>
                <a:spcPts val="0"/>
              </a:spcAft>
              <a:buSzPts val="4500"/>
              <a:buNone/>
              <a:defRPr sz="4500"/>
            </a:lvl3pPr>
            <a:lvl4pPr lvl="3" algn="r">
              <a:spcBef>
                <a:spcPts val="0"/>
              </a:spcBef>
              <a:spcAft>
                <a:spcPts val="0"/>
              </a:spcAft>
              <a:buSzPts val="4500"/>
              <a:buNone/>
              <a:defRPr sz="4500"/>
            </a:lvl4pPr>
            <a:lvl5pPr lvl="4" algn="r">
              <a:spcBef>
                <a:spcPts val="0"/>
              </a:spcBef>
              <a:spcAft>
                <a:spcPts val="0"/>
              </a:spcAft>
              <a:buSzPts val="4500"/>
              <a:buNone/>
              <a:defRPr sz="4500"/>
            </a:lvl5pPr>
            <a:lvl6pPr lvl="5" algn="r">
              <a:spcBef>
                <a:spcPts val="0"/>
              </a:spcBef>
              <a:spcAft>
                <a:spcPts val="0"/>
              </a:spcAft>
              <a:buSzPts val="4500"/>
              <a:buNone/>
              <a:defRPr sz="4500"/>
            </a:lvl6pPr>
            <a:lvl7pPr lvl="6" algn="r">
              <a:spcBef>
                <a:spcPts val="0"/>
              </a:spcBef>
              <a:spcAft>
                <a:spcPts val="0"/>
              </a:spcAft>
              <a:buSzPts val="4500"/>
              <a:buNone/>
              <a:defRPr sz="4500"/>
            </a:lvl7pPr>
            <a:lvl8pPr lvl="7" algn="r">
              <a:spcBef>
                <a:spcPts val="0"/>
              </a:spcBef>
              <a:spcAft>
                <a:spcPts val="0"/>
              </a:spcAft>
              <a:buSzPts val="4500"/>
              <a:buNone/>
              <a:defRPr sz="4500"/>
            </a:lvl8pPr>
            <a:lvl9pPr lvl="8" algn="r">
              <a:spcBef>
                <a:spcPts val="0"/>
              </a:spcBef>
              <a:spcAft>
                <a:spcPts val="0"/>
              </a:spcAft>
              <a:buSzPts val="4500"/>
              <a:buNone/>
              <a:defRPr sz="4500"/>
            </a:lvl9pPr>
          </a:lstStyle>
          <a:p/>
        </p:txBody>
      </p:sp>
      <p:sp>
        <p:nvSpPr>
          <p:cNvPr id="18" name="Google Shape;18;p3"/>
          <p:cNvSpPr txBox="1"/>
          <p:nvPr>
            <p:ph hasCustomPrompt="1" idx="2" type="title"/>
          </p:nvPr>
        </p:nvSpPr>
        <p:spPr>
          <a:xfrm>
            <a:off x="1512075" y="1012500"/>
            <a:ext cx="1076100" cy="870000"/>
          </a:xfrm>
          <a:prstGeom prst="rect">
            <a:avLst/>
          </a:prstGeom>
          <a:noFill/>
        </p:spPr>
        <p:txBody>
          <a:bodyPr anchorCtr="0" anchor="ctr" bIns="91425" lIns="91425" spcFirstLastPara="1" rIns="91425" wrap="square" tIns="91425">
            <a:noAutofit/>
          </a:bodyPr>
          <a:lstStyle>
            <a:lvl1pPr lvl="0" algn="l">
              <a:spcBef>
                <a:spcPts val="0"/>
              </a:spcBef>
              <a:spcAft>
                <a:spcPts val="0"/>
              </a:spcAft>
              <a:buSzPts val="5300"/>
              <a:buNone/>
              <a:defRPr sz="4200"/>
            </a:lvl1pPr>
            <a:lvl2pPr lvl="1" algn="ctr">
              <a:spcBef>
                <a:spcPts val="0"/>
              </a:spcBef>
              <a:spcAft>
                <a:spcPts val="0"/>
              </a:spcAft>
              <a:buSzPts val="5300"/>
              <a:buNone/>
              <a:defRPr sz="5300"/>
            </a:lvl2pPr>
            <a:lvl3pPr lvl="2" algn="ctr">
              <a:spcBef>
                <a:spcPts val="0"/>
              </a:spcBef>
              <a:spcAft>
                <a:spcPts val="0"/>
              </a:spcAft>
              <a:buSzPts val="5300"/>
              <a:buNone/>
              <a:defRPr sz="5300"/>
            </a:lvl3pPr>
            <a:lvl4pPr lvl="3" algn="ctr">
              <a:spcBef>
                <a:spcPts val="0"/>
              </a:spcBef>
              <a:spcAft>
                <a:spcPts val="0"/>
              </a:spcAft>
              <a:buSzPts val="5300"/>
              <a:buNone/>
              <a:defRPr sz="5300"/>
            </a:lvl4pPr>
            <a:lvl5pPr lvl="4" algn="ctr">
              <a:spcBef>
                <a:spcPts val="0"/>
              </a:spcBef>
              <a:spcAft>
                <a:spcPts val="0"/>
              </a:spcAft>
              <a:buSzPts val="5300"/>
              <a:buNone/>
              <a:defRPr sz="5300"/>
            </a:lvl5pPr>
            <a:lvl6pPr lvl="5" algn="ctr">
              <a:spcBef>
                <a:spcPts val="0"/>
              </a:spcBef>
              <a:spcAft>
                <a:spcPts val="0"/>
              </a:spcAft>
              <a:buSzPts val="5300"/>
              <a:buNone/>
              <a:defRPr sz="5300"/>
            </a:lvl6pPr>
            <a:lvl7pPr lvl="6" algn="ctr">
              <a:spcBef>
                <a:spcPts val="0"/>
              </a:spcBef>
              <a:spcAft>
                <a:spcPts val="0"/>
              </a:spcAft>
              <a:buSzPts val="5300"/>
              <a:buNone/>
              <a:defRPr sz="5300"/>
            </a:lvl7pPr>
            <a:lvl8pPr lvl="7" algn="ctr">
              <a:spcBef>
                <a:spcPts val="0"/>
              </a:spcBef>
              <a:spcAft>
                <a:spcPts val="0"/>
              </a:spcAft>
              <a:buSzPts val="5300"/>
              <a:buNone/>
              <a:defRPr sz="5300"/>
            </a:lvl8pPr>
            <a:lvl9pPr lvl="8" algn="ctr">
              <a:spcBef>
                <a:spcPts val="0"/>
              </a:spcBef>
              <a:spcAft>
                <a:spcPts val="0"/>
              </a:spcAft>
              <a:buSzPts val="5300"/>
              <a:buNone/>
              <a:defRPr sz="5300"/>
            </a:lvl9pPr>
          </a:lstStyle>
          <a:p>
            <a:r>
              <a:t>xx%</a:t>
            </a:r>
          </a:p>
        </p:txBody>
      </p:sp>
      <p:sp>
        <p:nvSpPr>
          <p:cNvPr id="19" name="Google Shape;19;p3"/>
          <p:cNvSpPr txBox="1"/>
          <p:nvPr>
            <p:ph idx="1" type="subTitle"/>
          </p:nvPr>
        </p:nvSpPr>
        <p:spPr>
          <a:xfrm>
            <a:off x="1512075" y="3573275"/>
            <a:ext cx="4944900" cy="6975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850"/>
              <a:buNone/>
              <a:defRPr sz="1550"/>
            </a:lvl1pPr>
            <a:lvl2pPr lvl="1" algn="r">
              <a:lnSpc>
                <a:spcPct val="115000"/>
              </a:lnSpc>
              <a:spcBef>
                <a:spcPts val="0"/>
              </a:spcBef>
              <a:spcAft>
                <a:spcPts val="0"/>
              </a:spcAft>
              <a:buSzPts val="1850"/>
              <a:buNone/>
              <a:defRPr sz="1850"/>
            </a:lvl2pPr>
            <a:lvl3pPr lvl="2" algn="r">
              <a:lnSpc>
                <a:spcPct val="115000"/>
              </a:lnSpc>
              <a:spcBef>
                <a:spcPts val="0"/>
              </a:spcBef>
              <a:spcAft>
                <a:spcPts val="0"/>
              </a:spcAft>
              <a:buSzPts val="1850"/>
              <a:buNone/>
              <a:defRPr sz="1850"/>
            </a:lvl3pPr>
            <a:lvl4pPr lvl="3" algn="r">
              <a:lnSpc>
                <a:spcPct val="115000"/>
              </a:lnSpc>
              <a:spcBef>
                <a:spcPts val="0"/>
              </a:spcBef>
              <a:spcAft>
                <a:spcPts val="0"/>
              </a:spcAft>
              <a:buSzPts val="1850"/>
              <a:buNone/>
              <a:defRPr sz="1850"/>
            </a:lvl4pPr>
            <a:lvl5pPr lvl="4" algn="r">
              <a:lnSpc>
                <a:spcPct val="115000"/>
              </a:lnSpc>
              <a:spcBef>
                <a:spcPts val="0"/>
              </a:spcBef>
              <a:spcAft>
                <a:spcPts val="0"/>
              </a:spcAft>
              <a:buSzPts val="1850"/>
              <a:buNone/>
              <a:defRPr sz="1850"/>
            </a:lvl5pPr>
            <a:lvl6pPr lvl="5" algn="r">
              <a:lnSpc>
                <a:spcPct val="115000"/>
              </a:lnSpc>
              <a:spcBef>
                <a:spcPts val="0"/>
              </a:spcBef>
              <a:spcAft>
                <a:spcPts val="0"/>
              </a:spcAft>
              <a:buSzPts val="1850"/>
              <a:buNone/>
              <a:defRPr sz="1850"/>
            </a:lvl6pPr>
            <a:lvl7pPr lvl="6" algn="r">
              <a:lnSpc>
                <a:spcPct val="115000"/>
              </a:lnSpc>
              <a:spcBef>
                <a:spcPts val="0"/>
              </a:spcBef>
              <a:spcAft>
                <a:spcPts val="0"/>
              </a:spcAft>
              <a:buSzPts val="1850"/>
              <a:buNone/>
              <a:defRPr sz="1850"/>
            </a:lvl7pPr>
            <a:lvl8pPr lvl="7" algn="r">
              <a:lnSpc>
                <a:spcPct val="115000"/>
              </a:lnSpc>
              <a:spcBef>
                <a:spcPts val="0"/>
              </a:spcBef>
              <a:spcAft>
                <a:spcPts val="0"/>
              </a:spcAft>
              <a:buSzPts val="1850"/>
              <a:buNone/>
              <a:defRPr sz="1850"/>
            </a:lvl8pPr>
            <a:lvl9pPr lvl="8" algn="r">
              <a:lnSpc>
                <a:spcPct val="115000"/>
              </a:lnSpc>
              <a:spcBef>
                <a:spcPts val="0"/>
              </a:spcBef>
              <a:spcAft>
                <a:spcPts val="0"/>
              </a:spcAft>
              <a:buSzPts val="1850"/>
              <a:buNone/>
              <a:defRPr sz="1850"/>
            </a:lvl9pPr>
          </a:lstStyle>
          <a:p/>
        </p:txBody>
      </p:sp>
      <p:sp>
        <p:nvSpPr>
          <p:cNvPr id="20" name="Google Shape;20;p3"/>
          <p:cNvSpPr/>
          <p:nvPr/>
        </p:nvSpPr>
        <p:spPr>
          <a:xfrm>
            <a:off x="829110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 name="Google Shape;21;p3"/>
          <p:cNvCxnSpPr/>
          <p:nvPr/>
        </p:nvCxnSpPr>
        <p:spPr>
          <a:xfrm>
            <a:off x="4273200" y="4876025"/>
            <a:ext cx="48708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4"/>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4" name="Google Shape;24;p4"/>
          <p:cNvSpPr txBox="1"/>
          <p:nvPr>
            <p:ph idx="1" type="subTitle"/>
          </p:nvPr>
        </p:nvSpPr>
        <p:spPr>
          <a:xfrm>
            <a:off x="713250" y="1217050"/>
            <a:ext cx="7717500" cy="4002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5" name="Google Shape;25;p4"/>
          <p:cNvSpPr/>
          <p:nvPr/>
        </p:nvSpPr>
        <p:spPr>
          <a:xfrm flipH="1">
            <a:off x="0" y="0"/>
            <a:ext cx="91440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 name="Google Shape;26;p4"/>
          <p:cNvGrpSpPr/>
          <p:nvPr/>
        </p:nvGrpSpPr>
        <p:grpSpPr>
          <a:xfrm>
            <a:off x="150" y="0"/>
            <a:ext cx="8860050" cy="4876025"/>
            <a:chOff x="150" y="0"/>
            <a:chExt cx="8860050" cy="4876025"/>
          </a:xfrm>
        </p:grpSpPr>
        <p:cxnSp>
          <p:nvCxnSpPr>
            <p:cNvPr id="27" name="Google Shape;27;p4"/>
            <p:cNvCxnSpPr/>
            <p:nvPr/>
          </p:nvCxnSpPr>
          <p:spPr>
            <a:xfrm>
              <a:off x="8860200" y="0"/>
              <a:ext cx="0" cy="2571600"/>
            </a:xfrm>
            <a:prstGeom prst="straightConnector1">
              <a:avLst/>
            </a:prstGeom>
            <a:noFill/>
            <a:ln cap="flat" cmpd="sng" w="9525">
              <a:solidFill>
                <a:schemeClr val="dk1"/>
              </a:solidFill>
              <a:prstDash val="solid"/>
              <a:round/>
              <a:headEnd len="med" w="med" type="none"/>
              <a:tailEnd len="med" w="med" type="none"/>
            </a:ln>
          </p:spPr>
        </p:cxnSp>
        <p:cxnSp>
          <p:nvCxnSpPr>
            <p:cNvPr id="28" name="Google Shape;28;p4"/>
            <p:cNvCxnSpPr/>
            <p:nvPr/>
          </p:nvCxnSpPr>
          <p:spPr>
            <a:xfrm rot="10800000">
              <a:off x="150" y="4876025"/>
              <a:ext cx="84447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31" name="Google Shape;31;p5"/>
          <p:cNvSpPr txBox="1"/>
          <p:nvPr>
            <p:ph idx="1" type="subTitle"/>
          </p:nvPr>
        </p:nvSpPr>
        <p:spPr>
          <a:xfrm>
            <a:off x="2954672" y="2027976"/>
            <a:ext cx="4312200" cy="6480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32" name="Google Shape;32;p5"/>
          <p:cNvSpPr txBox="1"/>
          <p:nvPr>
            <p:ph idx="2" type="subTitle"/>
          </p:nvPr>
        </p:nvSpPr>
        <p:spPr>
          <a:xfrm>
            <a:off x="2954672" y="1519425"/>
            <a:ext cx="4312200" cy="523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33" name="Google Shape;33;p5"/>
          <p:cNvSpPr txBox="1"/>
          <p:nvPr>
            <p:ph idx="3" type="subTitle"/>
          </p:nvPr>
        </p:nvSpPr>
        <p:spPr>
          <a:xfrm>
            <a:off x="2954649" y="3619500"/>
            <a:ext cx="4312200" cy="6480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34" name="Google Shape;34;p5"/>
          <p:cNvSpPr txBox="1"/>
          <p:nvPr>
            <p:ph idx="4" type="subTitle"/>
          </p:nvPr>
        </p:nvSpPr>
        <p:spPr>
          <a:xfrm>
            <a:off x="2954649" y="3110949"/>
            <a:ext cx="4312200" cy="523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35" name="Google Shape;35;p5"/>
          <p:cNvSpPr/>
          <p:nvPr/>
        </p:nvSpPr>
        <p:spPr>
          <a:xfrm flipH="1">
            <a:off x="0" y="0"/>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6" name="Google Shape;36;p5"/>
          <p:cNvCxnSpPr/>
          <p:nvPr/>
        </p:nvCxnSpPr>
        <p:spPr>
          <a:xfrm rot="10800000">
            <a:off x="8864825" y="0"/>
            <a:ext cx="0" cy="41310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7" name="Shape 37"/>
        <p:cNvGrpSpPr/>
        <p:nvPr/>
      </p:nvGrpSpPr>
      <p:grpSpPr>
        <a:xfrm>
          <a:off x="0" y="0"/>
          <a:ext cx="0" cy="0"/>
          <a:chOff x="0" y="0"/>
          <a:chExt cx="0" cy="0"/>
        </a:xfrm>
      </p:grpSpPr>
      <p:sp>
        <p:nvSpPr>
          <p:cNvPr id="38" name="Google Shape;38;p6"/>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39" name="Google Shape;39;p6"/>
          <p:cNvSpPr/>
          <p:nvPr/>
        </p:nvSpPr>
        <p:spPr>
          <a:xfrm>
            <a:off x="0" y="0"/>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6"/>
          <p:cNvGrpSpPr/>
          <p:nvPr/>
        </p:nvGrpSpPr>
        <p:grpSpPr>
          <a:xfrm>
            <a:off x="141900" y="-26"/>
            <a:ext cx="9002025" cy="4876051"/>
            <a:chOff x="141900" y="-26"/>
            <a:chExt cx="9002025" cy="4876051"/>
          </a:xfrm>
        </p:grpSpPr>
        <p:cxnSp>
          <p:nvCxnSpPr>
            <p:cNvPr id="41" name="Google Shape;41;p6"/>
            <p:cNvCxnSpPr/>
            <p:nvPr/>
          </p:nvCxnSpPr>
          <p:spPr>
            <a:xfrm>
              <a:off x="4576425" y="4876025"/>
              <a:ext cx="4567500" cy="0"/>
            </a:xfrm>
            <a:prstGeom prst="straightConnector1">
              <a:avLst/>
            </a:prstGeom>
            <a:noFill/>
            <a:ln cap="flat" cmpd="sng" w="9525">
              <a:solidFill>
                <a:schemeClr val="dk1"/>
              </a:solidFill>
              <a:prstDash val="solid"/>
              <a:round/>
              <a:headEnd len="med" w="med" type="none"/>
              <a:tailEnd len="med" w="med" type="none"/>
            </a:ln>
          </p:spPr>
        </p:cxnSp>
        <p:cxnSp>
          <p:nvCxnSpPr>
            <p:cNvPr id="42" name="Google Shape;42;p6"/>
            <p:cNvCxnSpPr/>
            <p:nvPr/>
          </p:nvCxnSpPr>
          <p:spPr>
            <a:xfrm rot="10800000">
              <a:off x="141900" y="-26"/>
              <a:ext cx="0" cy="39585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3" name="Shape 43"/>
        <p:cNvGrpSpPr/>
        <p:nvPr/>
      </p:nvGrpSpPr>
      <p:grpSpPr>
        <a:xfrm>
          <a:off x="0" y="0"/>
          <a:ext cx="0" cy="0"/>
          <a:chOff x="0" y="0"/>
          <a:chExt cx="0" cy="0"/>
        </a:xfrm>
      </p:grpSpPr>
      <p:sp>
        <p:nvSpPr>
          <p:cNvPr id="44" name="Google Shape;44;p7"/>
          <p:cNvSpPr txBox="1"/>
          <p:nvPr>
            <p:ph type="title"/>
          </p:nvPr>
        </p:nvSpPr>
        <p:spPr>
          <a:xfrm>
            <a:off x="713225" y="519075"/>
            <a:ext cx="2789700" cy="1971900"/>
          </a:xfrm>
          <a:prstGeom prst="rect">
            <a:avLst/>
          </a:prstGeom>
        </p:spPr>
        <p:txBody>
          <a:bodyPr anchorCtr="0" anchor="b" bIns="91425" lIns="91425" spcFirstLastPara="1" rIns="91425" wrap="square" tIns="91425">
            <a:noAutofit/>
          </a:bodyPr>
          <a:lstStyle>
            <a:lvl1pPr lvl="0" algn="l">
              <a:spcBef>
                <a:spcPts val="0"/>
              </a:spcBef>
              <a:spcAft>
                <a:spcPts val="0"/>
              </a:spcAft>
              <a:buSzPts val="3100"/>
              <a:buNone/>
              <a:defRPr/>
            </a:lvl1pPr>
            <a:lvl2pPr lvl="1">
              <a:lnSpc>
                <a:spcPct val="90000"/>
              </a:lnSpc>
              <a:spcBef>
                <a:spcPts val="0"/>
              </a:spcBef>
              <a:spcAft>
                <a:spcPts val="0"/>
              </a:spcAft>
              <a:buSzPts val="3100"/>
              <a:buNone/>
              <a:defRPr/>
            </a:lvl2pPr>
            <a:lvl3pPr lvl="2">
              <a:lnSpc>
                <a:spcPct val="90000"/>
              </a:lnSpc>
              <a:spcBef>
                <a:spcPts val="0"/>
              </a:spcBef>
              <a:spcAft>
                <a:spcPts val="0"/>
              </a:spcAft>
              <a:buSzPts val="3100"/>
              <a:buNone/>
              <a:defRPr/>
            </a:lvl3pPr>
            <a:lvl4pPr lvl="3">
              <a:lnSpc>
                <a:spcPct val="90000"/>
              </a:lnSpc>
              <a:spcBef>
                <a:spcPts val="0"/>
              </a:spcBef>
              <a:spcAft>
                <a:spcPts val="0"/>
              </a:spcAft>
              <a:buSzPts val="3100"/>
              <a:buNone/>
              <a:defRPr/>
            </a:lvl4pPr>
            <a:lvl5pPr lvl="4">
              <a:lnSpc>
                <a:spcPct val="90000"/>
              </a:lnSpc>
              <a:spcBef>
                <a:spcPts val="0"/>
              </a:spcBef>
              <a:spcAft>
                <a:spcPts val="0"/>
              </a:spcAft>
              <a:buSzPts val="3100"/>
              <a:buNone/>
              <a:defRPr/>
            </a:lvl5pPr>
            <a:lvl6pPr lvl="5">
              <a:lnSpc>
                <a:spcPct val="90000"/>
              </a:lnSpc>
              <a:spcBef>
                <a:spcPts val="0"/>
              </a:spcBef>
              <a:spcAft>
                <a:spcPts val="0"/>
              </a:spcAft>
              <a:buSzPts val="3100"/>
              <a:buNone/>
              <a:defRPr/>
            </a:lvl6pPr>
            <a:lvl7pPr lvl="6">
              <a:lnSpc>
                <a:spcPct val="90000"/>
              </a:lnSpc>
              <a:spcBef>
                <a:spcPts val="0"/>
              </a:spcBef>
              <a:spcAft>
                <a:spcPts val="0"/>
              </a:spcAft>
              <a:buSzPts val="3100"/>
              <a:buNone/>
              <a:defRPr/>
            </a:lvl7pPr>
            <a:lvl8pPr lvl="7">
              <a:lnSpc>
                <a:spcPct val="90000"/>
              </a:lnSpc>
              <a:spcBef>
                <a:spcPts val="0"/>
              </a:spcBef>
              <a:spcAft>
                <a:spcPts val="0"/>
              </a:spcAft>
              <a:buSzPts val="3100"/>
              <a:buNone/>
              <a:defRPr/>
            </a:lvl8pPr>
            <a:lvl9pPr lvl="8">
              <a:lnSpc>
                <a:spcPct val="90000"/>
              </a:lnSpc>
              <a:spcBef>
                <a:spcPts val="0"/>
              </a:spcBef>
              <a:spcAft>
                <a:spcPts val="0"/>
              </a:spcAft>
              <a:buSzPts val="3100"/>
              <a:buNone/>
              <a:defRPr/>
            </a:lvl9pPr>
          </a:lstStyle>
          <a:p/>
        </p:txBody>
      </p:sp>
      <p:sp>
        <p:nvSpPr>
          <p:cNvPr id="45" name="Google Shape;45;p7"/>
          <p:cNvSpPr txBox="1"/>
          <p:nvPr>
            <p:ph idx="1" type="subTitle"/>
          </p:nvPr>
        </p:nvSpPr>
        <p:spPr>
          <a:xfrm>
            <a:off x="713225" y="2558881"/>
            <a:ext cx="2789700" cy="1395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46" name="Google Shape;46;p7"/>
          <p:cNvSpPr/>
          <p:nvPr>
            <p:ph idx="2" type="pic"/>
          </p:nvPr>
        </p:nvSpPr>
        <p:spPr>
          <a:xfrm>
            <a:off x="4572000" y="0"/>
            <a:ext cx="4572000" cy="5143500"/>
          </a:xfrm>
          <a:prstGeom prst="rect">
            <a:avLst/>
          </a:prstGeom>
          <a:noFill/>
          <a:ln>
            <a:noFill/>
          </a:ln>
        </p:spPr>
      </p:sp>
      <p:sp>
        <p:nvSpPr>
          <p:cNvPr id="47" name="Google Shape;47;p7"/>
          <p:cNvSpPr/>
          <p:nvPr/>
        </p:nvSpPr>
        <p:spPr>
          <a:xfrm>
            <a:off x="0" y="0"/>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 name="Google Shape;48;p7"/>
          <p:cNvGrpSpPr/>
          <p:nvPr/>
        </p:nvGrpSpPr>
        <p:grpSpPr>
          <a:xfrm>
            <a:off x="0" y="-300"/>
            <a:ext cx="3812275" cy="4608875"/>
            <a:chOff x="0" y="-300"/>
            <a:chExt cx="3812275" cy="4608875"/>
          </a:xfrm>
        </p:grpSpPr>
        <p:cxnSp>
          <p:nvCxnSpPr>
            <p:cNvPr id="49" name="Google Shape;49;p7"/>
            <p:cNvCxnSpPr/>
            <p:nvPr/>
          </p:nvCxnSpPr>
          <p:spPr>
            <a:xfrm rot="10800000">
              <a:off x="3812275" y="-300"/>
              <a:ext cx="0" cy="699000"/>
            </a:xfrm>
            <a:prstGeom prst="straightConnector1">
              <a:avLst/>
            </a:prstGeom>
            <a:noFill/>
            <a:ln cap="flat" cmpd="sng" w="9525">
              <a:solidFill>
                <a:schemeClr val="dk1"/>
              </a:solidFill>
              <a:prstDash val="solid"/>
              <a:round/>
              <a:headEnd len="med" w="med" type="none"/>
              <a:tailEnd len="med" w="med" type="none"/>
            </a:ln>
          </p:spPr>
        </p:cxnSp>
        <p:cxnSp>
          <p:nvCxnSpPr>
            <p:cNvPr id="50" name="Google Shape;50;p7"/>
            <p:cNvCxnSpPr/>
            <p:nvPr/>
          </p:nvCxnSpPr>
          <p:spPr>
            <a:xfrm>
              <a:off x="0" y="4608575"/>
              <a:ext cx="33870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1" name="Shape 51"/>
        <p:cNvGrpSpPr/>
        <p:nvPr/>
      </p:nvGrpSpPr>
      <p:grpSpPr>
        <a:xfrm>
          <a:off x="0" y="0"/>
          <a:ext cx="0" cy="0"/>
          <a:chOff x="0" y="0"/>
          <a:chExt cx="0" cy="0"/>
        </a:xfrm>
      </p:grpSpPr>
      <p:sp>
        <p:nvSpPr>
          <p:cNvPr id="52" name="Google Shape;52;p8"/>
          <p:cNvSpPr txBox="1"/>
          <p:nvPr>
            <p:ph type="title"/>
          </p:nvPr>
        </p:nvSpPr>
        <p:spPr>
          <a:xfrm>
            <a:off x="1864800" y="1219025"/>
            <a:ext cx="5414400" cy="22986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6000"/>
              <a:buNone/>
              <a:defRPr sz="6000"/>
            </a:lvl1pPr>
            <a:lvl2pPr lvl="1">
              <a:lnSpc>
                <a:spcPct val="90000"/>
              </a:lnSpc>
              <a:spcBef>
                <a:spcPts val="0"/>
              </a:spcBef>
              <a:spcAft>
                <a:spcPts val="0"/>
              </a:spcAft>
              <a:buSzPts val="6000"/>
              <a:buNone/>
              <a:defRPr sz="6000"/>
            </a:lvl2pPr>
            <a:lvl3pPr lvl="2">
              <a:lnSpc>
                <a:spcPct val="90000"/>
              </a:lnSpc>
              <a:spcBef>
                <a:spcPts val="0"/>
              </a:spcBef>
              <a:spcAft>
                <a:spcPts val="0"/>
              </a:spcAft>
              <a:buSzPts val="6000"/>
              <a:buNone/>
              <a:defRPr sz="6000"/>
            </a:lvl3pPr>
            <a:lvl4pPr lvl="3">
              <a:lnSpc>
                <a:spcPct val="90000"/>
              </a:lnSpc>
              <a:spcBef>
                <a:spcPts val="0"/>
              </a:spcBef>
              <a:spcAft>
                <a:spcPts val="0"/>
              </a:spcAft>
              <a:buSzPts val="6000"/>
              <a:buNone/>
              <a:defRPr sz="6000"/>
            </a:lvl4pPr>
            <a:lvl5pPr lvl="4">
              <a:lnSpc>
                <a:spcPct val="90000"/>
              </a:lnSpc>
              <a:spcBef>
                <a:spcPts val="0"/>
              </a:spcBef>
              <a:spcAft>
                <a:spcPts val="0"/>
              </a:spcAft>
              <a:buSzPts val="6000"/>
              <a:buNone/>
              <a:defRPr sz="6000"/>
            </a:lvl5pPr>
            <a:lvl6pPr lvl="5">
              <a:lnSpc>
                <a:spcPct val="90000"/>
              </a:lnSpc>
              <a:spcBef>
                <a:spcPts val="0"/>
              </a:spcBef>
              <a:spcAft>
                <a:spcPts val="0"/>
              </a:spcAft>
              <a:buSzPts val="6000"/>
              <a:buNone/>
              <a:defRPr sz="6000"/>
            </a:lvl6pPr>
            <a:lvl7pPr lvl="6">
              <a:lnSpc>
                <a:spcPct val="90000"/>
              </a:lnSpc>
              <a:spcBef>
                <a:spcPts val="0"/>
              </a:spcBef>
              <a:spcAft>
                <a:spcPts val="0"/>
              </a:spcAft>
              <a:buSzPts val="6000"/>
              <a:buNone/>
              <a:defRPr sz="6000"/>
            </a:lvl7pPr>
            <a:lvl8pPr lvl="7">
              <a:lnSpc>
                <a:spcPct val="90000"/>
              </a:lnSpc>
              <a:spcBef>
                <a:spcPts val="0"/>
              </a:spcBef>
              <a:spcAft>
                <a:spcPts val="0"/>
              </a:spcAft>
              <a:buSzPts val="6000"/>
              <a:buNone/>
              <a:defRPr sz="6000"/>
            </a:lvl8pPr>
            <a:lvl9pPr lvl="8">
              <a:lnSpc>
                <a:spcPct val="90000"/>
              </a:lnSpc>
              <a:spcBef>
                <a:spcPts val="0"/>
              </a:spcBef>
              <a:spcAft>
                <a:spcPts val="0"/>
              </a:spcAft>
              <a:buSzPts val="6000"/>
              <a:buNone/>
              <a:defRPr sz="6000"/>
            </a:lvl9pPr>
          </a:lstStyle>
          <a:p/>
        </p:txBody>
      </p:sp>
      <p:sp>
        <p:nvSpPr>
          <p:cNvPr id="53" name="Google Shape;53;p8"/>
          <p:cNvSpPr/>
          <p:nvPr/>
        </p:nvSpPr>
        <p:spPr>
          <a:xfrm flipH="1">
            <a:off x="-55375"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 name="Google Shape;54;p8"/>
          <p:cNvGrpSpPr/>
          <p:nvPr/>
        </p:nvGrpSpPr>
        <p:grpSpPr>
          <a:xfrm flipH="1">
            <a:off x="-55200" y="539500"/>
            <a:ext cx="9199200" cy="4604000"/>
            <a:chOff x="-55375" y="539500"/>
            <a:chExt cx="9199200" cy="4604000"/>
          </a:xfrm>
        </p:grpSpPr>
        <p:cxnSp>
          <p:nvCxnSpPr>
            <p:cNvPr id="55" name="Google Shape;55;p8"/>
            <p:cNvCxnSpPr/>
            <p:nvPr/>
          </p:nvCxnSpPr>
          <p:spPr>
            <a:xfrm>
              <a:off x="-55375" y="4608575"/>
              <a:ext cx="5659200" cy="0"/>
            </a:xfrm>
            <a:prstGeom prst="straightConnector1">
              <a:avLst/>
            </a:prstGeom>
            <a:noFill/>
            <a:ln cap="flat" cmpd="sng" w="9525">
              <a:solidFill>
                <a:schemeClr val="dk1"/>
              </a:solidFill>
              <a:prstDash val="solid"/>
              <a:round/>
              <a:headEnd len="med" w="med" type="none"/>
              <a:tailEnd len="med" w="med" type="none"/>
            </a:ln>
          </p:spPr>
        </p:cxnSp>
        <p:cxnSp>
          <p:nvCxnSpPr>
            <p:cNvPr id="56" name="Google Shape;56;p8"/>
            <p:cNvCxnSpPr/>
            <p:nvPr/>
          </p:nvCxnSpPr>
          <p:spPr>
            <a:xfrm>
              <a:off x="4502525" y="539500"/>
              <a:ext cx="4641300" cy="0"/>
            </a:xfrm>
            <a:prstGeom prst="straightConnector1">
              <a:avLst/>
            </a:prstGeom>
            <a:noFill/>
            <a:ln cap="flat" cmpd="sng" w="9525">
              <a:solidFill>
                <a:schemeClr val="dk1"/>
              </a:solidFill>
              <a:prstDash val="solid"/>
              <a:round/>
              <a:headEnd len="med" w="med" type="none"/>
              <a:tailEnd len="med" w="med" type="none"/>
            </a:ln>
          </p:spPr>
        </p:cxnSp>
        <p:cxnSp>
          <p:nvCxnSpPr>
            <p:cNvPr id="57" name="Google Shape;57;p8"/>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8" name="Shape 58"/>
        <p:cNvGrpSpPr/>
        <p:nvPr/>
      </p:nvGrpSpPr>
      <p:grpSpPr>
        <a:xfrm>
          <a:off x="0" y="0"/>
          <a:ext cx="0" cy="0"/>
          <a:chOff x="0" y="0"/>
          <a:chExt cx="0" cy="0"/>
        </a:xfrm>
      </p:grpSpPr>
      <p:sp>
        <p:nvSpPr>
          <p:cNvPr id="59" name="Google Shape;59;p9"/>
          <p:cNvSpPr txBox="1"/>
          <p:nvPr>
            <p:ph type="title"/>
          </p:nvPr>
        </p:nvSpPr>
        <p:spPr>
          <a:xfrm>
            <a:off x="1962900" y="829786"/>
            <a:ext cx="5218200" cy="1338600"/>
          </a:xfrm>
          <a:prstGeom prst="rect">
            <a:avLst/>
          </a:prstGeom>
        </p:spPr>
        <p:txBody>
          <a:bodyPr anchorCtr="0" anchor="b" bIns="91425" lIns="91425" spcFirstLastPara="1" rIns="91425" wrap="square" tIns="91425">
            <a:noAutofit/>
          </a:bodyPr>
          <a:lstStyle>
            <a:lvl1pPr lvl="0">
              <a:spcBef>
                <a:spcPts val="0"/>
              </a:spcBef>
              <a:spcAft>
                <a:spcPts val="0"/>
              </a:spcAft>
              <a:buSzPts val="6000"/>
              <a:buNone/>
              <a:defRPr sz="4000"/>
            </a:lvl1pPr>
            <a:lvl2pPr lvl="1" algn="l">
              <a:spcBef>
                <a:spcPts val="0"/>
              </a:spcBef>
              <a:spcAft>
                <a:spcPts val="0"/>
              </a:spcAft>
              <a:buSzPts val="6000"/>
              <a:buNone/>
              <a:defRPr sz="6000"/>
            </a:lvl2pPr>
            <a:lvl3pPr lvl="2" algn="l">
              <a:spcBef>
                <a:spcPts val="0"/>
              </a:spcBef>
              <a:spcAft>
                <a:spcPts val="0"/>
              </a:spcAft>
              <a:buSzPts val="6000"/>
              <a:buNone/>
              <a:defRPr sz="6000"/>
            </a:lvl3pPr>
            <a:lvl4pPr lvl="3" algn="l">
              <a:spcBef>
                <a:spcPts val="0"/>
              </a:spcBef>
              <a:spcAft>
                <a:spcPts val="0"/>
              </a:spcAft>
              <a:buSzPts val="6000"/>
              <a:buNone/>
              <a:defRPr sz="6000"/>
            </a:lvl4pPr>
            <a:lvl5pPr lvl="4" algn="l">
              <a:spcBef>
                <a:spcPts val="0"/>
              </a:spcBef>
              <a:spcAft>
                <a:spcPts val="0"/>
              </a:spcAft>
              <a:buSzPts val="6000"/>
              <a:buNone/>
              <a:defRPr sz="6000"/>
            </a:lvl5pPr>
            <a:lvl6pPr lvl="5" algn="l">
              <a:spcBef>
                <a:spcPts val="0"/>
              </a:spcBef>
              <a:spcAft>
                <a:spcPts val="0"/>
              </a:spcAft>
              <a:buSzPts val="6000"/>
              <a:buNone/>
              <a:defRPr sz="6000"/>
            </a:lvl6pPr>
            <a:lvl7pPr lvl="6" algn="l">
              <a:spcBef>
                <a:spcPts val="0"/>
              </a:spcBef>
              <a:spcAft>
                <a:spcPts val="0"/>
              </a:spcAft>
              <a:buSzPts val="6000"/>
              <a:buNone/>
              <a:defRPr sz="6000"/>
            </a:lvl7pPr>
            <a:lvl8pPr lvl="7" algn="l">
              <a:spcBef>
                <a:spcPts val="0"/>
              </a:spcBef>
              <a:spcAft>
                <a:spcPts val="0"/>
              </a:spcAft>
              <a:buSzPts val="6000"/>
              <a:buNone/>
              <a:defRPr sz="6000"/>
            </a:lvl8pPr>
            <a:lvl9pPr lvl="8" algn="l">
              <a:spcBef>
                <a:spcPts val="0"/>
              </a:spcBef>
              <a:spcAft>
                <a:spcPts val="0"/>
              </a:spcAft>
              <a:buSzPts val="6000"/>
              <a:buNone/>
              <a:defRPr sz="6000"/>
            </a:lvl9pPr>
          </a:lstStyle>
          <a:p/>
        </p:txBody>
      </p:sp>
      <p:sp>
        <p:nvSpPr>
          <p:cNvPr id="60" name="Google Shape;60;p9"/>
          <p:cNvSpPr txBox="1"/>
          <p:nvPr>
            <p:ph idx="1" type="subTitle"/>
          </p:nvPr>
        </p:nvSpPr>
        <p:spPr>
          <a:xfrm>
            <a:off x="1962900" y="2282714"/>
            <a:ext cx="5218200" cy="20310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p:txBody>
      </p:sp>
      <p:sp>
        <p:nvSpPr>
          <p:cNvPr id="61" name="Google Shape;61;p9"/>
          <p:cNvSpPr/>
          <p:nvPr/>
        </p:nvSpPr>
        <p:spPr>
          <a:xfrm>
            <a:off x="75" y="4426700"/>
            <a:ext cx="9144000" cy="711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 name="Google Shape;62;p9"/>
          <p:cNvGrpSpPr/>
          <p:nvPr/>
        </p:nvGrpSpPr>
        <p:grpSpPr>
          <a:xfrm>
            <a:off x="712700" y="539500"/>
            <a:ext cx="8431300" cy="4604000"/>
            <a:chOff x="712700" y="539500"/>
            <a:chExt cx="8431300" cy="4604000"/>
          </a:xfrm>
        </p:grpSpPr>
        <p:cxnSp>
          <p:nvCxnSpPr>
            <p:cNvPr id="63" name="Google Shape;63;p9"/>
            <p:cNvCxnSpPr/>
            <p:nvPr/>
          </p:nvCxnSpPr>
          <p:spPr>
            <a:xfrm>
              <a:off x="4572000" y="539500"/>
              <a:ext cx="4572000" cy="0"/>
            </a:xfrm>
            <a:prstGeom prst="straightConnector1">
              <a:avLst/>
            </a:prstGeom>
            <a:noFill/>
            <a:ln cap="flat" cmpd="sng" w="9525">
              <a:solidFill>
                <a:schemeClr val="dk1"/>
              </a:solidFill>
              <a:prstDash val="solid"/>
              <a:round/>
              <a:headEnd len="med" w="med" type="none"/>
              <a:tailEnd len="med" w="med" type="none"/>
            </a:ln>
          </p:spPr>
        </p:cxnSp>
        <p:cxnSp>
          <p:nvCxnSpPr>
            <p:cNvPr id="64" name="Google Shape;64;p9"/>
            <p:cNvCxnSpPr/>
            <p:nvPr/>
          </p:nvCxnSpPr>
          <p:spPr>
            <a:xfrm rot="10800000">
              <a:off x="712700" y="1685400"/>
              <a:ext cx="0" cy="34581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5" name="Shape 65"/>
        <p:cNvGrpSpPr/>
        <p:nvPr/>
      </p:nvGrpSpPr>
      <p:grpSpPr>
        <a:xfrm>
          <a:off x="0" y="0"/>
          <a:ext cx="0" cy="0"/>
          <a:chOff x="0" y="0"/>
          <a:chExt cx="0" cy="0"/>
        </a:xfrm>
      </p:grpSpPr>
      <p:sp>
        <p:nvSpPr>
          <p:cNvPr id="66" name="Google Shape;66;p10"/>
          <p:cNvSpPr/>
          <p:nvPr>
            <p:ph idx="2" type="pic"/>
          </p:nvPr>
        </p:nvSpPr>
        <p:spPr>
          <a:xfrm>
            <a:off x="0" y="0"/>
            <a:ext cx="9144000" cy="5143500"/>
          </a:xfrm>
          <a:prstGeom prst="rect">
            <a:avLst/>
          </a:prstGeom>
          <a:noFill/>
          <a:ln>
            <a:noFill/>
          </a:ln>
        </p:spPr>
      </p:sp>
      <p:sp>
        <p:nvSpPr>
          <p:cNvPr id="67" name="Google Shape;67;p10"/>
          <p:cNvSpPr txBox="1"/>
          <p:nvPr>
            <p:ph type="title"/>
          </p:nvPr>
        </p:nvSpPr>
        <p:spPr>
          <a:xfrm>
            <a:off x="713225" y="3946875"/>
            <a:ext cx="7717500" cy="6618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lgn="l">
              <a:spcBef>
                <a:spcPts val="0"/>
              </a:spcBef>
              <a:spcAft>
                <a:spcPts val="0"/>
              </a:spcAft>
              <a:buSzPts val="3100"/>
              <a:buNone/>
              <a:defRPr/>
            </a:lvl2pPr>
            <a:lvl3pPr lvl="2" algn="l">
              <a:spcBef>
                <a:spcPts val="0"/>
              </a:spcBef>
              <a:spcAft>
                <a:spcPts val="0"/>
              </a:spcAft>
              <a:buSzPts val="3100"/>
              <a:buNone/>
              <a:defRPr/>
            </a:lvl3pPr>
            <a:lvl4pPr lvl="3" algn="l">
              <a:spcBef>
                <a:spcPts val="0"/>
              </a:spcBef>
              <a:spcAft>
                <a:spcPts val="0"/>
              </a:spcAft>
              <a:buSzPts val="3100"/>
              <a:buNone/>
              <a:defRPr/>
            </a:lvl4pPr>
            <a:lvl5pPr lvl="4" algn="l">
              <a:spcBef>
                <a:spcPts val="0"/>
              </a:spcBef>
              <a:spcAft>
                <a:spcPts val="0"/>
              </a:spcAft>
              <a:buSzPts val="3100"/>
              <a:buNone/>
              <a:defRPr/>
            </a:lvl5pPr>
            <a:lvl6pPr lvl="5" algn="l">
              <a:spcBef>
                <a:spcPts val="0"/>
              </a:spcBef>
              <a:spcAft>
                <a:spcPts val="0"/>
              </a:spcAft>
              <a:buSzPts val="3100"/>
              <a:buNone/>
              <a:defRPr/>
            </a:lvl6pPr>
            <a:lvl7pPr lvl="6" algn="l">
              <a:spcBef>
                <a:spcPts val="0"/>
              </a:spcBef>
              <a:spcAft>
                <a:spcPts val="0"/>
              </a:spcAft>
              <a:buSzPts val="3100"/>
              <a:buNone/>
              <a:defRPr/>
            </a:lvl7pPr>
            <a:lvl8pPr lvl="7" algn="l">
              <a:spcBef>
                <a:spcPts val="0"/>
              </a:spcBef>
              <a:spcAft>
                <a:spcPts val="0"/>
              </a:spcAft>
              <a:buSzPts val="3100"/>
              <a:buNone/>
              <a:defRPr/>
            </a:lvl8pPr>
            <a:lvl9pPr lvl="8" algn="l">
              <a:spcBef>
                <a:spcPts val="0"/>
              </a:spcBef>
              <a:spcAft>
                <a:spcPts val="0"/>
              </a:spcAft>
              <a:buSzPts val="31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8" name="Shape 68"/>
        <p:cNvGrpSpPr/>
        <p:nvPr/>
      </p:nvGrpSpPr>
      <p:grpSpPr>
        <a:xfrm>
          <a:off x="0" y="0"/>
          <a:ext cx="0" cy="0"/>
          <a:chOff x="0" y="0"/>
          <a:chExt cx="0" cy="0"/>
        </a:xfrm>
      </p:grpSpPr>
      <p:sp>
        <p:nvSpPr>
          <p:cNvPr id="69" name="Google Shape;69;p11"/>
          <p:cNvSpPr txBox="1"/>
          <p:nvPr>
            <p:ph hasCustomPrompt="1" type="title"/>
          </p:nvPr>
        </p:nvSpPr>
        <p:spPr>
          <a:xfrm>
            <a:off x="1604400" y="1354558"/>
            <a:ext cx="5935200" cy="1844700"/>
          </a:xfrm>
          <a:prstGeom prst="rect">
            <a:avLst/>
          </a:prstGeom>
        </p:spPr>
        <p:txBody>
          <a:bodyPr anchorCtr="0" anchor="ctr" bIns="91425" lIns="91425" spcFirstLastPara="1" rIns="91425" wrap="square" tIns="91425">
            <a:noAutofit/>
          </a:bodyPr>
          <a:lstStyle>
            <a:lvl1pPr lvl="0" algn="ctr">
              <a:spcBef>
                <a:spcPts val="0"/>
              </a:spcBef>
              <a:spcAft>
                <a:spcPts val="0"/>
              </a:spcAft>
              <a:buSzPts val="13000"/>
              <a:buNone/>
              <a:defRPr sz="7400"/>
            </a:lvl1pPr>
            <a:lvl2pPr lvl="1" algn="ctr">
              <a:spcBef>
                <a:spcPts val="0"/>
              </a:spcBef>
              <a:spcAft>
                <a:spcPts val="0"/>
              </a:spcAft>
              <a:buSzPts val="13000"/>
              <a:buNone/>
              <a:defRPr sz="13000"/>
            </a:lvl2pPr>
            <a:lvl3pPr lvl="2" algn="ctr">
              <a:spcBef>
                <a:spcPts val="0"/>
              </a:spcBef>
              <a:spcAft>
                <a:spcPts val="0"/>
              </a:spcAft>
              <a:buSzPts val="13000"/>
              <a:buNone/>
              <a:defRPr sz="13000"/>
            </a:lvl3pPr>
            <a:lvl4pPr lvl="3" algn="ctr">
              <a:spcBef>
                <a:spcPts val="0"/>
              </a:spcBef>
              <a:spcAft>
                <a:spcPts val="0"/>
              </a:spcAft>
              <a:buSzPts val="13000"/>
              <a:buNone/>
              <a:defRPr sz="13000"/>
            </a:lvl4pPr>
            <a:lvl5pPr lvl="4" algn="ctr">
              <a:spcBef>
                <a:spcPts val="0"/>
              </a:spcBef>
              <a:spcAft>
                <a:spcPts val="0"/>
              </a:spcAft>
              <a:buSzPts val="13000"/>
              <a:buNone/>
              <a:defRPr sz="13000"/>
            </a:lvl5pPr>
            <a:lvl6pPr lvl="5" algn="ctr">
              <a:spcBef>
                <a:spcPts val="0"/>
              </a:spcBef>
              <a:spcAft>
                <a:spcPts val="0"/>
              </a:spcAft>
              <a:buSzPts val="13000"/>
              <a:buNone/>
              <a:defRPr sz="13000"/>
            </a:lvl6pPr>
            <a:lvl7pPr lvl="6" algn="ctr">
              <a:spcBef>
                <a:spcPts val="0"/>
              </a:spcBef>
              <a:spcAft>
                <a:spcPts val="0"/>
              </a:spcAft>
              <a:buSzPts val="13000"/>
              <a:buNone/>
              <a:defRPr sz="13000"/>
            </a:lvl7pPr>
            <a:lvl8pPr lvl="7" algn="ctr">
              <a:spcBef>
                <a:spcPts val="0"/>
              </a:spcBef>
              <a:spcAft>
                <a:spcPts val="0"/>
              </a:spcAft>
              <a:buSzPts val="13000"/>
              <a:buNone/>
              <a:defRPr sz="13000"/>
            </a:lvl8pPr>
            <a:lvl9pPr lvl="8" algn="ctr">
              <a:spcBef>
                <a:spcPts val="0"/>
              </a:spcBef>
              <a:spcAft>
                <a:spcPts val="0"/>
              </a:spcAft>
              <a:buSzPts val="13000"/>
              <a:buNone/>
              <a:defRPr sz="13000"/>
            </a:lvl9pPr>
          </a:lstStyle>
          <a:p>
            <a:r>
              <a:t>xx%</a:t>
            </a:r>
          </a:p>
        </p:txBody>
      </p:sp>
      <p:sp>
        <p:nvSpPr>
          <p:cNvPr id="70" name="Google Shape;70;p11"/>
          <p:cNvSpPr txBox="1"/>
          <p:nvPr>
            <p:ph idx="1" type="subTitle"/>
          </p:nvPr>
        </p:nvSpPr>
        <p:spPr>
          <a:xfrm>
            <a:off x="1604400" y="3199142"/>
            <a:ext cx="5935200" cy="589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850"/>
              <a:buNone/>
              <a:defRPr sz="1550"/>
            </a:lvl1pPr>
            <a:lvl2pPr lvl="1" algn="ctr">
              <a:lnSpc>
                <a:spcPct val="115000"/>
              </a:lnSpc>
              <a:spcBef>
                <a:spcPts val="0"/>
              </a:spcBef>
              <a:spcAft>
                <a:spcPts val="0"/>
              </a:spcAft>
              <a:buSzPts val="1850"/>
              <a:buNone/>
              <a:defRPr sz="1850"/>
            </a:lvl2pPr>
            <a:lvl3pPr lvl="2" algn="ctr">
              <a:lnSpc>
                <a:spcPct val="115000"/>
              </a:lnSpc>
              <a:spcBef>
                <a:spcPts val="0"/>
              </a:spcBef>
              <a:spcAft>
                <a:spcPts val="0"/>
              </a:spcAft>
              <a:buSzPts val="1850"/>
              <a:buNone/>
              <a:defRPr sz="1850"/>
            </a:lvl3pPr>
            <a:lvl4pPr lvl="3" algn="ctr">
              <a:lnSpc>
                <a:spcPct val="115000"/>
              </a:lnSpc>
              <a:spcBef>
                <a:spcPts val="0"/>
              </a:spcBef>
              <a:spcAft>
                <a:spcPts val="0"/>
              </a:spcAft>
              <a:buSzPts val="1850"/>
              <a:buNone/>
              <a:defRPr sz="1850"/>
            </a:lvl4pPr>
            <a:lvl5pPr lvl="4" algn="ctr">
              <a:lnSpc>
                <a:spcPct val="115000"/>
              </a:lnSpc>
              <a:spcBef>
                <a:spcPts val="0"/>
              </a:spcBef>
              <a:spcAft>
                <a:spcPts val="0"/>
              </a:spcAft>
              <a:buSzPts val="1850"/>
              <a:buNone/>
              <a:defRPr sz="1850"/>
            </a:lvl5pPr>
            <a:lvl6pPr lvl="5" algn="ctr">
              <a:lnSpc>
                <a:spcPct val="115000"/>
              </a:lnSpc>
              <a:spcBef>
                <a:spcPts val="0"/>
              </a:spcBef>
              <a:spcAft>
                <a:spcPts val="0"/>
              </a:spcAft>
              <a:buSzPts val="1850"/>
              <a:buNone/>
              <a:defRPr sz="1850"/>
            </a:lvl6pPr>
            <a:lvl7pPr lvl="6" algn="ctr">
              <a:lnSpc>
                <a:spcPct val="115000"/>
              </a:lnSpc>
              <a:spcBef>
                <a:spcPts val="0"/>
              </a:spcBef>
              <a:spcAft>
                <a:spcPts val="0"/>
              </a:spcAft>
              <a:buSzPts val="1850"/>
              <a:buNone/>
              <a:defRPr sz="1850"/>
            </a:lvl7pPr>
            <a:lvl8pPr lvl="7" algn="ctr">
              <a:lnSpc>
                <a:spcPct val="115000"/>
              </a:lnSpc>
              <a:spcBef>
                <a:spcPts val="0"/>
              </a:spcBef>
              <a:spcAft>
                <a:spcPts val="0"/>
              </a:spcAft>
              <a:buSzPts val="1850"/>
              <a:buNone/>
              <a:defRPr sz="1850"/>
            </a:lvl8pPr>
            <a:lvl9pPr lvl="8" algn="ctr">
              <a:lnSpc>
                <a:spcPct val="115000"/>
              </a:lnSpc>
              <a:spcBef>
                <a:spcPts val="0"/>
              </a:spcBef>
              <a:spcAft>
                <a:spcPts val="0"/>
              </a:spcAft>
              <a:buSzPts val="1850"/>
              <a:buNone/>
              <a:defRPr sz="1850"/>
            </a:lvl9pPr>
          </a:lstStyle>
          <a:p/>
        </p:txBody>
      </p:sp>
      <p:sp>
        <p:nvSpPr>
          <p:cNvPr id="71" name="Google Shape;71;p11"/>
          <p:cNvSpPr/>
          <p:nvPr/>
        </p:nvSpPr>
        <p:spPr>
          <a:xfrm rot="10800000">
            <a:off x="-55375"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 name="Google Shape;72;p11"/>
          <p:cNvGrpSpPr/>
          <p:nvPr/>
        </p:nvGrpSpPr>
        <p:grpSpPr>
          <a:xfrm rot="10800000">
            <a:off x="-55325" y="0"/>
            <a:ext cx="9199325" cy="4604000"/>
            <a:chOff x="-55375" y="539500"/>
            <a:chExt cx="9199325" cy="4604000"/>
          </a:xfrm>
        </p:grpSpPr>
        <p:cxnSp>
          <p:nvCxnSpPr>
            <p:cNvPr id="73" name="Google Shape;73;p11"/>
            <p:cNvCxnSpPr/>
            <p:nvPr/>
          </p:nvCxnSpPr>
          <p:spPr>
            <a:xfrm>
              <a:off x="-55375" y="4608575"/>
              <a:ext cx="4563600" cy="0"/>
            </a:xfrm>
            <a:prstGeom prst="straightConnector1">
              <a:avLst/>
            </a:prstGeom>
            <a:noFill/>
            <a:ln cap="flat" cmpd="sng" w="9525">
              <a:solidFill>
                <a:schemeClr val="dk1"/>
              </a:solidFill>
              <a:prstDash val="solid"/>
              <a:round/>
              <a:headEnd len="med" w="med" type="none"/>
              <a:tailEnd len="med" w="med" type="none"/>
            </a:ln>
          </p:spPr>
        </p:cxnSp>
        <p:cxnSp>
          <p:nvCxnSpPr>
            <p:cNvPr id="74" name="Google Shape;74;p11"/>
            <p:cNvCxnSpPr/>
            <p:nvPr/>
          </p:nvCxnSpPr>
          <p:spPr>
            <a:xfrm>
              <a:off x="2576350" y="539500"/>
              <a:ext cx="6567600" cy="0"/>
            </a:xfrm>
            <a:prstGeom prst="straightConnector1">
              <a:avLst/>
            </a:prstGeom>
            <a:noFill/>
            <a:ln cap="flat" cmpd="sng" w="9525">
              <a:solidFill>
                <a:schemeClr val="dk1"/>
              </a:solidFill>
              <a:prstDash val="solid"/>
              <a:round/>
              <a:headEnd len="med" w="med" type="none"/>
              <a:tailEnd len="med" w="med" type="none"/>
            </a:ln>
          </p:spPr>
        </p:cxnSp>
        <p:cxnSp>
          <p:nvCxnSpPr>
            <p:cNvPr id="75" name="Google Shape;75;p11"/>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76" name="Shape 76"/>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77" name="Shape 77"/>
        <p:cNvGrpSpPr/>
        <p:nvPr/>
      </p:nvGrpSpPr>
      <p:grpSpPr>
        <a:xfrm>
          <a:off x="0" y="0"/>
          <a:ext cx="0" cy="0"/>
          <a:chOff x="0" y="0"/>
          <a:chExt cx="0" cy="0"/>
        </a:xfrm>
      </p:grpSpPr>
      <p:sp>
        <p:nvSpPr>
          <p:cNvPr id="78" name="Google Shape;78;p13"/>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79" name="Google Shape;79;p13"/>
          <p:cNvSpPr txBox="1"/>
          <p:nvPr>
            <p:ph idx="1" type="subTitle"/>
          </p:nvPr>
        </p:nvSpPr>
        <p:spPr>
          <a:xfrm>
            <a:off x="1936100" y="2129352"/>
            <a:ext cx="2288700" cy="6480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80" name="Google Shape;80;p13"/>
          <p:cNvSpPr txBox="1"/>
          <p:nvPr>
            <p:ph idx="2" type="subTitle"/>
          </p:nvPr>
        </p:nvSpPr>
        <p:spPr>
          <a:xfrm>
            <a:off x="1936100" y="1370275"/>
            <a:ext cx="2288700" cy="803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81" name="Google Shape;81;p13"/>
          <p:cNvSpPr txBox="1"/>
          <p:nvPr>
            <p:ph hasCustomPrompt="1" idx="3" type="title"/>
          </p:nvPr>
        </p:nvSpPr>
        <p:spPr>
          <a:xfrm>
            <a:off x="993600" y="1483400"/>
            <a:ext cx="876300" cy="11529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4600"/>
              <a:buNone/>
              <a:defRPr sz="3400"/>
            </a:lvl1pPr>
            <a:lvl2pPr lvl="1" algn="ctr">
              <a:spcBef>
                <a:spcPts val="0"/>
              </a:spcBef>
              <a:spcAft>
                <a:spcPts val="0"/>
              </a:spcAft>
              <a:buSzPts val="4600"/>
              <a:buNone/>
              <a:defRPr sz="4600"/>
            </a:lvl2pPr>
            <a:lvl3pPr lvl="2" algn="ctr">
              <a:spcBef>
                <a:spcPts val="0"/>
              </a:spcBef>
              <a:spcAft>
                <a:spcPts val="0"/>
              </a:spcAft>
              <a:buSzPts val="4600"/>
              <a:buNone/>
              <a:defRPr sz="4600"/>
            </a:lvl3pPr>
            <a:lvl4pPr lvl="3" algn="ctr">
              <a:spcBef>
                <a:spcPts val="0"/>
              </a:spcBef>
              <a:spcAft>
                <a:spcPts val="0"/>
              </a:spcAft>
              <a:buSzPts val="4600"/>
              <a:buNone/>
              <a:defRPr sz="4600"/>
            </a:lvl4pPr>
            <a:lvl5pPr lvl="4" algn="ctr">
              <a:spcBef>
                <a:spcPts val="0"/>
              </a:spcBef>
              <a:spcAft>
                <a:spcPts val="0"/>
              </a:spcAft>
              <a:buSzPts val="4600"/>
              <a:buNone/>
              <a:defRPr sz="4600"/>
            </a:lvl5pPr>
            <a:lvl6pPr lvl="5" algn="ctr">
              <a:spcBef>
                <a:spcPts val="0"/>
              </a:spcBef>
              <a:spcAft>
                <a:spcPts val="0"/>
              </a:spcAft>
              <a:buSzPts val="4600"/>
              <a:buNone/>
              <a:defRPr sz="4600"/>
            </a:lvl6pPr>
            <a:lvl7pPr lvl="6" algn="ctr">
              <a:spcBef>
                <a:spcPts val="0"/>
              </a:spcBef>
              <a:spcAft>
                <a:spcPts val="0"/>
              </a:spcAft>
              <a:buSzPts val="4600"/>
              <a:buNone/>
              <a:defRPr sz="4600"/>
            </a:lvl7pPr>
            <a:lvl8pPr lvl="7" algn="ctr">
              <a:spcBef>
                <a:spcPts val="0"/>
              </a:spcBef>
              <a:spcAft>
                <a:spcPts val="0"/>
              </a:spcAft>
              <a:buSzPts val="4600"/>
              <a:buNone/>
              <a:defRPr sz="4600"/>
            </a:lvl8pPr>
            <a:lvl9pPr lvl="8" algn="ctr">
              <a:spcBef>
                <a:spcPts val="0"/>
              </a:spcBef>
              <a:spcAft>
                <a:spcPts val="0"/>
              </a:spcAft>
              <a:buSzPts val="4600"/>
              <a:buNone/>
              <a:defRPr sz="4600"/>
            </a:lvl9pPr>
          </a:lstStyle>
          <a:p>
            <a:r>
              <a:t>xx%</a:t>
            </a:r>
          </a:p>
        </p:txBody>
      </p:sp>
      <p:sp>
        <p:nvSpPr>
          <p:cNvPr id="82" name="Google Shape;82;p13"/>
          <p:cNvSpPr txBox="1"/>
          <p:nvPr>
            <p:ph idx="4" type="subTitle"/>
          </p:nvPr>
        </p:nvSpPr>
        <p:spPr>
          <a:xfrm>
            <a:off x="1936100" y="3827175"/>
            <a:ext cx="2288700" cy="6480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83" name="Google Shape;83;p13"/>
          <p:cNvSpPr txBox="1"/>
          <p:nvPr>
            <p:ph idx="5" type="subTitle"/>
          </p:nvPr>
        </p:nvSpPr>
        <p:spPr>
          <a:xfrm>
            <a:off x="1936100" y="3068200"/>
            <a:ext cx="2288700" cy="803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84" name="Google Shape;84;p13"/>
          <p:cNvSpPr txBox="1"/>
          <p:nvPr>
            <p:ph hasCustomPrompt="1" idx="6" type="title"/>
          </p:nvPr>
        </p:nvSpPr>
        <p:spPr>
          <a:xfrm>
            <a:off x="993600" y="3179712"/>
            <a:ext cx="876300" cy="11529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4600"/>
              <a:buNone/>
              <a:defRPr sz="3400"/>
            </a:lvl1pPr>
            <a:lvl2pPr lvl="1" algn="ctr">
              <a:spcBef>
                <a:spcPts val="0"/>
              </a:spcBef>
              <a:spcAft>
                <a:spcPts val="0"/>
              </a:spcAft>
              <a:buSzPts val="4600"/>
              <a:buNone/>
              <a:defRPr sz="4600"/>
            </a:lvl2pPr>
            <a:lvl3pPr lvl="2" algn="ctr">
              <a:spcBef>
                <a:spcPts val="0"/>
              </a:spcBef>
              <a:spcAft>
                <a:spcPts val="0"/>
              </a:spcAft>
              <a:buSzPts val="4600"/>
              <a:buNone/>
              <a:defRPr sz="4600"/>
            </a:lvl3pPr>
            <a:lvl4pPr lvl="3" algn="ctr">
              <a:spcBef>
                <a:spcPts val="0"/>
              </a:spcBef>
              <a:spcAft>
                <a:spcPts val="0"/>
              </a:spcAft>
              <a:buSzPts val="4600"/>
              <a:buNone/>
              <a:defRPr sz="4600"/>
            </a:lvl4pPr>
            <a:lvl5pPr lvl="4" algn="ctr">
              <a:spcBef>
                <a:spcPts val="0"/>
              </a:spcBef>
              <a:spcAft>
                <a:spcPts val="0"/>
              </a:spcAft>
              <a:buSzPts val="4600"/>
              <a:buNone/>
              <a:defRPr sz="4600"/>
            </a:lvl5pPr>
            <a:lvl6pPr lvl="5" algn="ctr">
              <a:spcBef>
                <a:spcPts val="0"/>
              </a:spcBef>
              <a:spcAft>
                <a:spcPts val="0"/>
              </a:spcAft>
              <a:buSzPts val="4600"/>
              <a:buNone/>
              <a:defRPr sz="4600"/>
            </a:lvl6pPr>
            <a:lvl7pPr lvl="6" algn="ctr">
              <a:spcBef>
                <a:spcPts val="0"/>
              </a:spcBef>
              <a:spcAft>
                <a:spcPts val="0"/>
              </a:spcAft>
              <a:buSzPts val="4600"/>
              <a:buNone/>
              <a:defRPr sz="4600"/>
            </a:lvl7pPr>
            <a:lvl8pPr lvl="7" algn="ctr">
              <a:spcBef>
                <a:spcPts val="0"/>
              </a:spcBef>
              <a:spcAft>
                <a:spcPts val="0"/>
              </a:spcAft>
              <a:buSzPts val="4600"/>
              <a:buNone/>
              <a:defRPr sz="4600"/>
            </a:lvl8pPr>
            <a:lvl9pPr lvl="8" algn="ctr">
              <a:spcBef>
                <a:spcPts val="0"/>
              </a:spcBef>
              <a:spcAft>
                <a:spcPts val="0"/>
              </a:spcAft>
              <a:buSzPts val="4600"/>
              <a:buNone/>
              <a:defRPr sz="4600"/>
            </a:lvl9pPr>
          </a:lstStyle>
          <a:p>
            <a:r>
              <a:t>xx%</a:t>
            </a:r>
          </a:p>
        </p:txBody>
      </p:sp>
      <p:sp>
        <p:nvSpPr>
          <p:cNvPr id="85" name="Google Shape;85;p13"/>
          <p:cNvSpPr txBox="1"/>
          <p:nvPr>
            <p:ph idx="7" type="subTitle"/>
          </p:nvPr>
        </p:nvSpPr>
        <p:spPr>
          <a:xfrm>
            <a:off x="5969570" y="2129352"/>
            <a:ext cx="2288700" cy="6480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86" name="Google Shape;86;p13"/>
          <p:cNvSpPr txBox="1"/>
          <p:nvPr>
            <p:ph idx="8" type="subTitle"/>
          </p:nvPr>
        </p:nvSpPr>
        <p:spPr>
          <a:xfrm>
            <a:off x="5969570" y="1370275"/>
            <a:ext cx="2288700" cy="803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87" name="Google Shape;87;p13"/>
          <p:cNvSpPr txBox="1"/>
          <p:nvPr>
            <p:ph hasCustomPrompt="1" idx="9" type="title"/>
          </p:nvPr>
        </p:nvSpPr>
        <p:spPr>
          <a:xfrm>
            <a:off x="5033780" y="1483400"/>
            <a:ext cx="876300" cy="11529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4600"/>
              <a:buNone/>
              <a:defRPr sz="3400"/>
            </a:lvl1pPr>
            <a:lvl2pPr lvl="1" algn="ctr">
              <a:spcBef>
                <a:spcPts val="0"/>
              </a:spcBef>
              <a:spcAft>
                <a:spcPts val="0"/>
              </a:spcAft>
              <a:buSzPts val="4600"/>
              <a:buNone/>
              <a:defRPr sz="4600"/>
            </a:lvl2pPr>
            <a:lvl3pPr lvl="2" algn="ctr">
              <a:spcBef>
                <a:spcPts val="0"/>
              </a:spcBef>
              <a:spcAft>
                <a:spcPts val="0"/>
              </a:spcAft>
              <a:buSzPts val="4600"/>
              <a:buNone/>
              <a:defRPr sz="4600"/>
            </a:lvl3pPr>
            <a:lvl4pPr lvl="3" algn="ctr">
              <a:spcBef>
                <a:spcPts val="0"/>
              </a:spcBef>
              <a:spcAft>
                <a:spcPts val="0"/>
              </a:spcAft>
              <a:buSzPts val="4600"/>
              <a:buNone/>
              <a:defRPr sz="4600"/>
            </a:lvl4pPr>
            <a:lvl5pPr lvl="4" algn="ctr">
              <a:spcBef>
                <a:spcPts val="0"/>
              </a:spcBef>
              <a:spcAft>
                <a:spcPts val="0"/>
              </a:spcAft>
              <a:buSzPts val="4600"/>
              <a:buNone/>
              <a:defRPr sz="4600"/>
            </a:lvl5pPr>
            <a:lvl6pPr lvl="5" algn="ctr">
              <a:spcBef>
                <a:spcPts val="0"/>
              </a:spcBef>
              <a:spcAft>
                <a:spcPts val="0"/>
              </a:spcAft>
              <a:buSzPts val="4600"/>
              <a:buNone/>
              <a:defRPr sz="4600"/>
            </a:lvl6pPr>
            <a:lvl7pPr lvl="6" algn="ctr">
              <a:spcBef>
                <a:spcPts val="0"/>
              </a:spcBef>
              <a:spcAft>
                <a:spcPts val="0"/>
              </a:spcAft>
              <a:buSzPts val="4600"/>
              <a:buNone/>
              <a:defRPr sz="4600"/>
            </a:lvl7pPr>
            <a:lvl8pPr lvl="7" algn="ctr">
              <a:spcBef>
                <a:spcPts val="0"/>
              </a:spcBef>
              <a:spcAft>
                <a:spcPts val="0"/>
              </a:spcAft>
              <a:buSzPts val="4600"/>
              <a:buNone/>
              <a:defRPr sz="4600"/>
            </a:lvl8pPr>
            <a:lvl9pPr lvl="8" algn="ctr">
              <a:spcBef>
                <a:spcPts val="0"/>
              </a:spcBef>
              <a:spcAft>
                <a:spcPts val="0"/>
              </a:spcAft>
              <a:buSzPts val="4600"/>
              <a:buNone/>
              <a:defRPr sz="4600"/>
            </a:lvl9pPr>
          </a:lstStyle>
          <a:p>
            <a:r>
              <a:t>xx%</a:t>
            </a:r>
          </a:p>
        </p:txBody>
      </p:sp>
      <p:sp>
        <p:nvSpPr>
          <p:cNvPr id="88" name="Google Shape;88;p13"/>
          <p:cNvSpPr txBox="1"/>
          <p:nvPr>
            <p:ph idx="13" type="subTitle"/>
          </p:nvPr>
        </p:nvSpPr>
        <p:spPr>
          <a:xfrm>
            <a:off x="5969570" y="3827175"/>
            <a:ext cx="2288700" cy="6480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89" name="Google Shape;89;p13"/>
          <p:cNvSpPr txBox="1"/>
          <p:nvPr>
            <p:ph idx="14" type="subTitle"/>
          </p:nvPr>
        </p:nvSpPr>
        <p:spPr>
          <a:xfrm>
            <a:off x="5969570" y="3068200"/>
            <a:ext cx="2288700" cy="8031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90" name="Google Shape;90;p13"/>
          <p:cNvSpPr txBox="1"/>
          <p:nvPr>
            <p:ph hasCustomPrompt="1" idx="15" type="title"/>
          </p:nvPr>
        </p:nvSpPr>
        <p:spPr>
          <a:xfrm>
            <a:off x="5033780" y="3179712"/>
            <a:ext cx="876300" cy="11529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4600"/>
              <a:buNone/>
              <a:defRPr sz="3400"/>
            </a:lvl1pPr>
            <a:lvl2pPr lvl="1" algn="ctr">
              <a:spcBef>
                <a:spcPts val="0"/>
              </a:spcBef>
              <a:spcAft>
                <a:spcPts val="0"/>
              </a:spcAft>
              <a:buSzPts val="4600"/>
              <a:buNone/>
              <a:defRPr sz="4600"/>
            </a:lvl2pPr>
            <a:lvl3pPr lvl="2" algn="ctr">
              <a:spcBef>
                <a:spcPts val="0"/>
              </a:spcBef>
              <a:spcAft>
                <a:spcPts val="0"/>
              </a:spcAft>
              <a:buSzPts val="4600"/>
              <a:buNone/>
              <a:defRPr sz="4600"/>
            </a:lvl3pPr>
            <a:lvl4pPr lvl="3" algn="ctr">
              <a:spcBef>
                <a:spcPts val="0"/>
              </a:spcBef>
              <a:spcAft>
                <a:spcPts val="0"/>
              </a:spcAft>
              <a:buSzPts val="4600"/>
              <a:buNone/>
              <a:defRPr sz="4600"/>
            </a:lvl4pPr>
            <a:lvl5pPr lvl="4" algn="ctr">
              <a:spcBef>
                <a:spcPts val="0"/>
              </a:spcBef>
              <a:spcAft>
                <a:spcPts val="0"/>
              </a:spcAft>
              <a:buSzPts val="4600"/>
              <a:buNone/>
              <a:defRPr sz="4600"/>
            </a:lvl5pPr>
            <a:lvl6pPr lvl="5" algn="ctr">
              <a:spcBef>
                <a:spcPts val="0"/>
              </a:spcBef>
              <a:spcAft>
                <a:spcPts val="0"/>
              </a:spcAft>
              <a:buSzPts val="4600"/>
              <a:buNone/>
              <a:defRPr sz="4600"/>
            </a:lvl6pPr>
            <a:lvl7pPr lvl="6" algn="ctr">
              <a:spcBef>
                <a:spcPts val="0"/>
              </a:spcBef>
              <a:spcAft>
                <a:spcPts val="0"/>
              </a:spcAft>
              <a:buSzPts val="4600"/>
              <a:buNone/>
              <a:defRPr sz="4600"/>
            </a:lvl7pPr>
            <a:lvl8pPr lvl="7" algn="ctr">
              <a:spcBef>
                <a:spcPts val="0"/>
              </a:spcBef>
              <a:spcAft>
                <a:spcPts val="0"/>
              </a:spcAft>
              <a:buSzPts val="4600"/>
              <a:buNone/>
              <a:defRPr sz="4600"/>
            </a:lvl8pPr>
            <a:lvl9pPr lvl="8" algn="ctr">
              <a:spcBef>
                <a:spcPts val="0"/>
              </a:spcBef>
              <a:spcAft>
                <a:spcPts val="0"/>
              </a:spcAft>
              <a:buSzPts val="4600"/>
              <a:buNone/>
              <a:defRPr sz="4600"/>
            </a:lvl9pPr>
          </a:lstStyle>
          <a:p>
            <a:r>
              <a:t>xx%</a:t>
            </a:r>
          </a:p>
        </p:txBody>
      </p:sp>
      <p:cxnSp>
        <p:nvCxnSpPr>
          <p:cNvPr id="91" name="Google Shape;91;p13"/>
          <p:cNvCxnSpPr/>
          <p:nvPr/>
        </p:nvCxnSpPr>
        <p:spPr>
          <a:xfrm rot="10800000">
            <a:off x="9002100" y="-100"/>
            <a:ext cx="0" cy="26526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spTree>
      <p:nvGrpSpPr>
        <p:cNvPr id="92" name="Shape 92"/>
        <p:cNvGrpSpPr/>
        <p:nvPr/>
      </p:nvGrpSpPr>
      <p:grpSpPr>
        <a:xfrm>
          <a:off x="0" y="0"/>
          <a:ext cx="0" cy="0"/>
          <a:chOff x="0" y="0"/>
          <a:chExt cx="0" cy="0"/>
        </a:xfrm>
      </p:grpSpPr>
      <p:sp>
        <p:nvSpPr>
          <p:cNvPr id="93" name="Google Shape;93;p14"/>
          <p:cNvSpPr txBox="1"/>
          <p:nvPr>
            <p:ph type="title"/>
          </p:nvPr>
        </p:nvSpPr>
        <p:spPr>
          <a:xfrm>
            <a:off x="783150" y="3920175"/>
            <a:ext cx="7577700" cy="554100"/>
          </a:xfrm>
          <a:prstGeom prst="rect">
            <a:avLst/>
          </a:prstGeom>
        </p:spPr>
        <p:txBody>
          <a:bodyPr anchorCtr="0" anchor="t" bIns="91425" lIns="91425" spcFirstLastPara="1" rIns="91425" wrap="square" tIns="91425">
            <a:noAutofit/>
          </a:bodyPr>
          <a:lstStyle>
            <a:lvl1pPr lvl="0" algn="r">
              <a:spcBef>
                <a:spcPts val="0"/>
              </a:spcBef>
              <a:spcAft>
                <a:spcPts val="0"/>
              </a:spcAft>
              <a:buSzPts val="2400"/>
              <a:buNone/>
              <a:defRPr sz="27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4" name="Google Shape;94;p14"/>
          <p:cNvSpPr txBox="1"/>
          <p:nvPr>
            <p:ph idx="1" type="subTitle"/>
          </p:nvPr>
        </p:nvSpPr>
        <p:spPr>
          <a:xfrm>
            <a:off x="783150" y="1722374"/>
            <a:ext cx="7577700" cy="2121000"/>
          </a:xfrm>
          <a:prstGeom prst="rect">
            <a:avLst/>
          </a:prstGeom>
        </p:spPr>
        <p:txBody>
          <a:bodyPr anchorCtr="0" anchor="b" bIns="91425" lIns="91425" spcFirstLastPara="1" rIns="91425" wrap="square" tIns="91425">
            <a:noAutofit/>
          </a:bodyPr>
          <a:lstStyle>
            <a:lvl1pPr lvl="0" algn="r">
              <a:lnSpc>
                <a:spcPct val="115000"/>
              </a:lnSpc>
              <a:spcBef>
                <a:spcPts val="0"/>
              </a:spcBef>
              <a:spcAft>
                <a:spcPts val="0"/>
              </a:spcAft>
              <a:buSzPts val="3500"/>
              <a:buNone/>
              <a:defRPr sz="3100"/>
            </a:lvl1pPr>
            <a:lvl2pPr lvl="1" algn="ctr">
              <a:lnSpc>
                <a:spcPct val="115000"/>
              </a:lnSpc>
              <a:spcBef>
                <a:spcPts val="0"/>
              </a:spcBef>
              <a:spcAft>
                <a:spcPts val="0"/>
              </a:spcAft>
              <a:buSzPts val="3500"/>
              <a:buNone/>
              <a:defRPr sz="3500"/>
            </a:lvl2pPr>
            <a:lvl3pPr lvl="2" algn="ctr">
              <a:lnSpc>
                <a:spcPct val="115000"/>
              </a:lnSpc>
              <a:spcBef>
                <a:spcPts val="0"/>
              </a:spcBef>
              <a:spcAft>
                <a:spcPts val="0"/>
              </a:spcAft>
              <a:buSzPts val="3500"/>
              <a:buNone/>
              <a:defRPr sz="3500"/>
            </a:lvl3pPr>
            <a:lvl4pPr lvl="3" algn="ctr">
              <a:lnSpc>
                <a:spcPct val="115000"/>
              </a:lnSpc>
              <a:spcBef>
                <a:spcPts val="0"/>
              </a:spcBef>
              <a:spcAft>
                <a:spcPts val="0"/>
              </a:spcAft>
              <a:buSzPts val="3500"/>
              <a:buNone/>
              <a:defRPr sz="3500"/>
            </a:lvl4pPr>
            <a:lvl5pPr lvl="4" algn="ctr">
              <a:lnSpc>
                <a:spcPct val="115000"/>
              </a:lnSpc>
              <a:spcBef>
                <a:spcPts val="0"/>
              </a:spcBef>
              <a:spcAft>
                <a:spcPts val="0"/>
              </a:spcAft>
              <a:buSzPts val="3500"/>
              <a:buNone/>
              <a:defRPr sz="3500"/>
            </a:lvl5pPr>
            <a:lvl6pPr lvl="5" algn="ctr">
              <a:lnSpc>
                <a:spcPct val="115000"/>
              </a:lnSpc>
              <a:spcBef>
                <a:spcPts val="0"/>
              </a:spcBef>
              <a:spcAft>
                <a:spcPts val="0"/>
              </a:spcAft>
              <a:buSzPts val="3500"/>
              <a:buNone/>
              <a:defRPr sz="3500"/>
            </a:lvl6pPr>
            <a:lvl7pPr lvl="6" algn="ctr">
              <a:lnSpc>
                <a:spcPct val="115000"/>
              </a:lnSpc>
              <a:spcBef>
                <a:spcPts val="0"/>
              </a:spcBef>
              <a:spcAft>
                <a:spcPts val="0"/>
              </a:spcAft>
              <a:buSzPts val="3500"/>
              <a:buNone/>
              <a:defRPr sz="3500"/>
            </a:lvl7pPr>
            <a:lvl8pPr lvl="7" algn="ctr">
              <a:lnSpc>
                <a:spcPct val="115000"/>
              </a:lnSpc>
              <a:spcBef>
                <a:spcPts val="0"/>
              </a:spcBef>
              <a:spcAft>
                <a:spcPts val="0"/>
              </a:spcAft>
              <a:buSzPts val="3500"/>
              <a:buNone/>
              <a:defRPr sz="3500"/>
            </a:lvl8pPr>
            <a:lvl9pPr lvl="8" algn="ctr">
              <a:lnSpc>
                <a:spcPct val="115000"/>
              </a:lnSpc>
              <a:spcBef>
                <a:spcPts val="0"/>
              </a:spcBef>
              <a:spcAft>
                <a:spcPts val="0"/>
              </a:spcAft>
              <a:buSzPts val="3500"/>
              <a:buNone/>
              <a:defRPr sz="3500"/>
            </a:lvl9pPr>
          </a:lstStyle>
          <a:p/>
        </p:txBody>
      </p:sp>
      <p:cxnSp>
        <p:nvCxnSpPr>
          <p:cNvPr id="95" name="Google Shape;95;p14"/>
          <p:cNvCxnSpPr/>
          <p:nvPr/>
        </p:nvCxnSpPr>
        <p:spPr>
          <a:xfrm rot="10800000">
            <a:off x="75" y="4876025"/>
            <a:ext cx="82572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_1">
    <p:spTree>
      <p:nvGrpSpPr>
        <p:cNvPr id="96" name="Shape 96"/>
        <p:cNvGrpSpPr/>
        <p:nvPr/>
      </p:nvGrpSpPr>
      <p:grpSpPr>
        <a:xfrm>
          <a:off x="0" y="0"/>
          <a:ext cx="0" cy="0"/>
          <a:chOff x="0" y="0"/>
          <a:chExt cx="0" cy="0"/>
        </a:xfrm>
      </p:grpSpPr>
      <p:sp>
        <p:nvSpPr>
          <p:cNvPr id="97" name="Google Shape;97;p15"/>
          <p:cNvSpPr txBox="1"/>
          <p:nvPr>
            <p:ph type="title"/>
          </p:nvPr>
        </p:nvSpPr>
        <p:spPr>
          <a:xfrm flipH="1">
            <a:off x="2052825" y="2036300"/>
            <a:ext cx="5579100" cy="1477500"/>
          </a:xfrm>
          <a:prstGeom prst="rect">
            <a:avLst/>
          </a:prstGeom>
        </p:spPr>
        <p:txBody>
          <a:bodyPr anchorCtr="0" anchor="t" bIns="91425" lIns="91425" spcFirstLastPara="1" rIns="91425" wrap="square" tIns="91425">
            <a:noAutofit/>
          </a:bodyPr>
          <a:lstStyle>
            <a:lvl1pPr lvl="0" algn="r">
              <a:spcBef>
                <a:spcPts val="0"/>
              </a:spcBef>
              <a:spcAft>
                <a:spcPts val="0"/>
              </a:spcAft>
              <a:buSzPts val="4500"/>
              <a:buNone/>
              <a:defRPr sz="4200"/>
            </a:lvl1pPr>
            <a:lvl2pPr lvl="1" algn="r">
              <a:spcBef>
                <a:spcPts val="0"/>
              </a:spcBef>
              <a:spcAft>
                <a:spcPts val="0"/>
              </a:spcAft>
              <a:buSzPts val="4500"/>
              <a:buNone/>
              <a:defRPr sz="4500"/>
            </a:lvl2pPr>
            <a:lvl3pPr lvl="2" algn="r">
              <a:spcBef>
                <a:spcPts val="0"/>
              </a:spcBef>
              <a:spcAft>
                <a:spcPts val="0"/>
              </a:spcAft>
              <a:buSzPts val="4500"/>
              <a:buNone/>
              <a:defRPr sz="4500"/>
            </a:lvl3pPr>
            <a:lvl4pPr lvl="3" algn="r">
              <a:spcBef>
                <a:spcPts val="0"/>
              </a:spcBef>
              <a:spcAft>
                <a:spcPts val="0"/>
              </a:spcAft>
              <a:buSzPts val="4500"/>
              <a:buNone/>
              <a:defRPr sz="4500"/>
            </a:lvl4pPr>
            <a:lvl5pPr lvl="4" algn="r">
              <a:spcBef>
                <a:spcPts val="0"/>
              </a:spcBef>
              <a:spcAft>
                <a:spcPts val="0"/>
              </a:spcAft>
              <a:buSzPts val="4500"/>
              <a:buNone/>
              <a:defRPr sz="4500"/>
            </a:lvl5pPr>
            <a:lvl6pPr lvl="5" algn="r">
              <a:spcBef>
                <a:spcPts val="0"/>
              </a:spcBef>
              <a:spcAft>
                <a:spcPts val="0"/>
              </a:spcAft>
              <a:buSzPts val="4500"/>
              <a:buNone/>
              <a:defRPr sz="4500"/>
            </a:lvl6pPr>
            <a:lvl7pPr lvl="6" algn="r">
              <a:spcBef>
                <a:spcPts val="0"/>
              </a:spcBef>
              <a:spcAft>
                <a:spcPts val="0"/>
              </a:spcAft>
              <a:buSzPts val="4500"/>
              <a:buNone/>
              <a:defRPr sz="4500"/>
            </a:lvl7pPr>
            <a:lvl8pPr lvl="7" algn="r">
              <a:spcBef>
                <a:spcPts val="0"/>
              </a:spcBef>
              <a:spcAft>
                <a:spcPts val="0"/>
              </a:spcAft>
              <a:buSzPts val="4500"/>
              <a:buNone/>
              <a:defRPr sz="4500"/>
            </a:lvl8pPr>
            <a:lvl9pPr lvl="8" algn="r">
              <a:spcBef>
                <a:spcPts val="0"/>
              </a:spcBef>
              <a:spcAft>
                <a:spcPts val="0"/>
              </a:spcAft>
              <a:buSzPts val="4500"/>
              <a:buNone/>
              <a:defRPr sz="4500"/>
            </a:lvl9pPr>
          </a:lstStyle>
          <a:p/>
        </p:txBody>
      </p:sp>
      <p:sp>
        <p:nvSpPr>
          <p:cNvPr id="98" name="Google Shape;98;p15"/>
          <p:cNvSpPr txBox="1"/>
          <p:nvPr>
            <p:ph hasCustomPrompt="1" idx="2" type="title"/>
          </p:nvPr>
        </p:nvSpPr>
        <p:spPr>
          <a:xfrm flipH="1">
            <a:off x="6555825" y="1012500"/>
            <a:ext cx="1076100" cy="870000"/>
          </a:xfrm>
          <a:prstGeom prst="rect">
            <a:avLst/>
          </a:prstGeom>
          <a:noFill/>
        </p:spPr>
        <p:txBody>
          <a:bodyPr anchorCtr="0" anchor="ctr" bIns="91425" lIns="91425" spcFirstLastPara="1" rIns="91425" wrap="square" tIns="91425">
            <a:noAutofit/>
          </a:bodyPr>
          <a:lstStyle>
            <a:lvl1pPr lvl="0" algn="r">
              <a:spcBef>
                <a:spcPts val="0"/>
              </a:spcBef>
              <a:spcAft>
                <a:spcPts val="0"/>
              </a:spcAft>
              <a:buSzPts val="5300"/>
              <a:buNone/>
              <a:defRPr sz="4200"/>
            </a:lvl1pPr>
            <a:lvl2pPr lvl="1" algn="ctr">
              <a:spcBef>
                <a:spcPts val="0"/>
              </a:spcBef>
              <a:spcAft>
                <a:spcPts val="0"/>
              </a:spcAft>
              <a:buSzPts val="5300"/>
              <a:buNone/>
              <a:defRPr sz="5300"/>
            </a:lvl2pPr>
            <a:lvl3pPr lvl="2" algn="ctr">
              <a:spcBef>
                <a:spcPts val="0"/>
              </a:spcBef>
              <a:spcAft>
                <a:spcPts val="0"/>
              </a:spcAft>
              <a:buSzPts val="5300"/>
              <a:buNone/>
              <a:defRPr sz="5300"/>
            </a:lvl3pPr>
            <a:lvl4pPr lvl="3" algn="ctr">
              <a:spcBef>
                <a:spcPts val="0"/>
              </a:spcBef>
              <a:spcAft>
                <a:spcPts val="0"/>
              </a:spcAft>
              <a:buSzPts val="5300"/>
              <a:buNone/>
              <a:defRPr sz="5300"/>
            </a:lvl4pPr>
            <a:lvl5pPr lvl="4" algn="ctr">
              <a:spcBef>
                <a:spcPts val="0"/>
              </a:spcBef>
              <a:spcAft>
                <a:spcPts val="0"/>
              </a:spcAft>
              <a:buSzPts val="5300"/>
              <a:buNone/>
              <a:defRPr sz="5300"/>
            </a:lvl5pPr>
            <a:lvl6pPr lvl="5" algn="ctr">
              <a:spcBef>
                <a:spcPts val="0"/>
              </a:spcBef>
              <a:spcAft>
                <a:spcPts val="0"/>
              </a:spcAft>
              <a:buSzPts val="5300"/>
              <a:buNone/>
              <a:defRPr sz="5300"/>
            </a:lvl6pPr>
            <a:lvl7pPr lvl="6" algn="ctr">
              <a:spcBef>
                <a:spcPts val="0"/>
              </a:spcBef>
              <a:spcAft>
                <a:spcPts val="0"/>
              </a:spcAft>
              <a:buSzPts val="5300"/>
              <a:buNone/>
              <a:defRPr sz="5300"/>
            </a:lvl7pPr>
            <a:lvl8pPr lvl="7" algn="ctr">
              <a:spcBef>
                <a:spcPts val="0"/>
              </a:spcBef>
              <a:spcAft>
                <a:spcPts val="0"/>
              </a:spcAft>
              <a:buSzPts val="5300"/>
              <a:buNone/>
              <a:defRPr sz="5300"/>
            </a:lvl8pPr>
            <a:lvl9pPr lvl="8" algn="ctr">
              <a:spcBef>
                <a:spcPts val="0"/>
              </a:spcBef>
              <a:spcAft>
                <a:spcPts val="0"/>
              </a:spcAft>
              <a:buSzPts val="5300"/>
              <a:buNone/>
              <a:defRPr sz="5300"/>
            </a:lvl9pPr>
          </a:lstStyle>
          <a:p>
            <a:r>
              <a:t>xx%</a:t>
            </a:r>
          </a:p>
        </p:txBody>
      </p:sp>
      <p:sp>
        <p:nvSpPr>
          <p:cNvPr id="99" name="Google Shape;99;p15"/>
          <p:cNvSpPr txBox="1"/>
          <p:nvPr>
            <p:ph idx="1" type="subTitle"/>
          </p:nvPr>
        </p:nvSpPr>
        <p:spPr>
          <a:xfrm flipH="1">
            <a:off x="2052825" y="3573275"/>
            <a:ext cx="5579100" cy="697500"/>
          </a:xfrm>
          <a:prstGeom prst="rect">
            <a:avLst/>
          </a:prstGeom>
        </p:spPr>
        <p:txBody>
          <a:bodyPr anchorCtr="0" anchor="t" bIns="91425" lIns="91425" spcFirstLastPara="1" rIns="91425" wrap="square" tIns="91425">
            <a:noAutofit/>
          </a:bodyPr>
          <a:lstStyle>
            <a:lvl1pPr lvl="0" algn="r">
              <a:lnSpc>
                <a:spcPct val="115000"/>
              </a:lnSpc>
              <a:spcBef>
                <a:spcPts val="0"/>
              </a:spcBef>
              <a:spcAft>
                <a:spcPts val="0"/>
              </a:spcAft>
              <a:buSzPts val="1850"/>
              <a:buNone/>
              <a:defRPr sz="1550"/>
            </a:lvl1pPr>
            <a:lvl2pPr lvl="1" algn="r">
              <a:lnSpc>
                <a:spcPct val="115000"/>
              </a:lnSpc>
              <a:spcBef>
                <a:spcPts val="0"/>
              </a:spcBef>
              <a:spcAft>
                <a:spcPts val="0"/>
              </a:spcAft>
              <a:buSzPts val="1850"/>
              <a:buNone/>
              <a:defRPr sz="1850"/>
            </a:lvl2pPr>
            <a:lvl3pPr lvl="2" algn="r">
              <a:lnSpc>
                <a:spcPct val="115000"/>
              </a:lnSpc>
              <a:spcBef>
                <a:spcPts val="0"/>
              </a:spcBef>
              <a:spcAft>
                <a:spcPts val="0"/>
              </a:spcAft>
              <a:buSzPts val="1850"/>
              <a:buNone/>
              <a:defRPr sz="1850"/>
            </a:lvl3pPr>
            <a:lvl4pPr lvl="3" algn="r">
              <a:lnSpc>
                <a:spcPct val="115000"/>
              </a:lnSpc>
              <a:spcBef>
                <a:spcPts val="0"/>
              </a:spcBef>
              <a:spcAft>
                <a:spcPts val="0"/>
              </a:spcAft>
              <a:buSzPts val="1850"/>
              <a:buNone/>
              <a:defRPr sz="1850"/>
            </a:lvl4pPr>
            <a:lvl5pPr lvl="4" algn="r">
              <a:lnSpc>
                <a:spcPct val="115000"/>
              </a:lnSpc>
              <a:spcBef>
                <a:spcPts val="0"/>
              </a:spcBef>
              <a:spcAft>
                <a:spcPts val="0"/>
              </a:spcAft>
              <a:buSzPts val="1850"/>
              <a:buNone/>
              <a:defRPr sz="1850"/>
            </a:lvl5pPr>
            <a:lvl6pPr lvl="5" algn="r">
              <a:lnSpc>
                <a:spcPct val="115000"/>
              </a:lnSpc>
              <a:spcBef>
                <a:spcPts val="0"/>
              </a:spcBef>
              <a:spcAft>
                <a:spcPts val="0"/>
              </a:spcAft>
              <a:buSzPts val="1850"/>
              <a:buNone/>
              <a:defRPr sz="1850"/>
            </a:lvl6pPr>
            <a:lvl7pPr lvl="6" algn="r">
              <a:lnSpc>
                <a:spcPct val="115000"/>
              </a:lnSpc>
              <a:spcBef>
                <a:spcPts val="0"/>
              </a:spcBef>
              <a:spcAft>
                <a:spcPts val="0"/>
              </a:spcAft>
              <a:buSzPts val="1850"/>
              <a:buNone/>
              <a:defRPr sz="1850"/>
            </a:lvl7pPr>
            <a:lvl8pPr lvl="7" algn="r">
              <a:lnSpc>
                <a:spcPct val="115000"/>
              </a:lnSpc>
              <a:spcBef>
                <a:spcPts val="0"/>
              </a:spcBef>
              <a:spcAft>
                <a:spcPts val="0"/>
              </a:spcAft>
              <a:buSzPts val="1850"/>
              <a:buNone/>
              <a:defRPr sz="1850"/>
            </a:lvl8pPr>
            <a:lvl9pPr lvl="8" algn="r">
              <a:lnSpc>
                <a:spcPct val="115000"/>
              </a:lnSpc>
              <a:spcBef>
                <a:spcPts val="0"/>
              </a:spcBef>
              <a:spcAft>
                <a:spcPts val="0"/>
              </a:spcAft>
              <a:buSzPts val="1850"/>
              <a:buNone/>
              <a:defRPr sz="1850"/>
            </a:lvl9pPr>
          </a:lstStyle>
          <a:p/>
        </p:txBody>
      </p:sp>
      <p:sp>
        <p:nvSpPr>
          <p:cNvPr id="100" name="Google Shape;100;p15"/>
          <p:cNvSpPr/>
          <p:nvPr/>
        </p:nvSpPr>
        <p:spPr>
          <a:xfrm flipH="1">
            <a:off x="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1" name="Google Shape;101;p15"/>
          <p:cNvCxnSpPr/>
          <p:nvPr/>
        </p:nvCxnSpPr>
        <p:spPr>
          <a:xfrm rot="10800000">
            <a:off x="0" y="4876025"/>
            <a:ext cx="48708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2">
    <p:spTree>
      <p:nvGrpSpPr>
        <p:cNvPr id="102" name="Shape 102"/>
        <p:cNvGrpSpPr/>
        <p:nvPr/>
      </p:nvGrpSpPr>
      <p:grpSpPr>
        <a:xfrm>
          <a:off x="0" y="0"/>
          <a:ext cx="0" cy="0"/>
          <a:chOff x="0" y="0"/>
          <a:chExt cx="0" cy="0"/>
        </a:xfrm>
      </p:grpSpPr>
      <p:sp>
        <p:nvSpPr>
          <p:cNvPr id="103" name="Google Shape;103;p16"/>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04" name="Google Shape;104;p16"/>
          <p:cNvSpPr txBox="1"/>
          <p:nvPr>
            <p:ph idx="1" type="subTitle"/>
          </p:nvPr>
        </p:nvSpPr>
        <p:spPr>
          <a:xfrm>
            <a:off x="713225" y="3582477"/>
            <a:ext cx="2400300" cy="895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05" name="Google Shape;105;p16"/>
          <p:cNvSpPr txBox="1"/>
          <p:nvPr>
            <p:ph hasCustomPrompt="1" idx="2" type="title"/>
          </p:nvPr>
        </p:nvSpPr>
        <p:spPr>
          <a:xfrm>
            <a:off x="713225" y="1575103"/>
            <a:ext cx="2400300" cy="800400"/>
          </a:xfrm>
          <a:prstGeom prst="rect">
            <a:avLst/>
          </a:prstGeom>
        </p:spPr>
        <p:txBody>
          <a:bodyPr anchorCtr="0" anchor="b" bIns="91425" lIns="91425" spcFirstLastPara="1" rIns="91425" wrap="square" tIns="91425">
            <a:noAutofit/>
          </a:bodyPr>
          <a:lstStyle>
            <a:lvl1pPr lvl="0" algn="ctr">
              <a:spcBef>
                <a:spcPts val="0"/>
              </a:spcBef>
              <a:spcAft>
                <a:spcPts val="0"/>
              </a:spcAft>
              <a:buSzPts val="6000"/>
              <a:buNone/>
              <a:defRPr sz="4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06" name="Google Shape;106;p16"/>
          <p:cNvSpPr txBox="1"/>
          <p:nvPr>
            <p:ph idx="3" type="subTitle"/>
          </p:nvPr>
        </p:nvSpPr>
        <p:spPr>
          <a:xfrm>
            <a:off x="713225" y="2654575"/>
            <a:ext cx="2400300" cy="8619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107" name="Google Shape;107;p16"/>
          <p:cNvSpPr txBox="1"/>
          <p:nvPr>
            <p:ph idx="4" type="subTitle"/>
          </p:nvPr>
        </p:nvSpPr>
        <p:spPr>
          <a:xfrm>
            <a:off x="6030475" y="3582477"/>
            <a:ext cx="2400300" cy="895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08" name="Google Shape;108;p16"/>
          <p:cNvSpPr txBox="1"/>
          <p:nvPr>
            <p:ph hasCustomPrompt="1" idx="5" type="title"/>
          </p:nvPr>
        </p:nvSpPr>
        <p:spPr>
          <a:xfrm>
            <a:off x="6030475" y="1575103"/>
            <a:ext cx="2400300" cy="800400"/>
          </a:xfrm>
          <a:prstGeom prst="rect">
            <a:avLst/>
          </a:prstGeom>
        </p:spPr>
        <p:txBody>
          <a:bodyPr anchorCtr="0" anchor="b" bIns="91425" lIns="91425" spcFirstLastPara="1" rIns="91425" wrap="square" tIns="91425">
            <a:noAutofit/>
          </a:bodyPr>
          <a:lstStyle>
            <a:lvl1pPr lvl="0" algn="ctr">
              <a:spcBef>
                <a:spcPts val="0"/>
              </a:spcBef>
              <a:spcAft>
                <a:spcPts val="0"/>
              </a:spcAft>
              <a:buSzPts val="6000"/>
              <a:buNone/>
              <a:defRPr sz="4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09" name="Google Shape;109;p16"/>
          <p:cNvSpPr txBox="1"/>
          <p:nvPr>
            <p:ph idx="6" type="subTitle"/>
          </p:nvPr>
        </p:nvSpPr>
        <p:spPr>
          <a:xfrm>
            <a:off x="6030475" y="2654575"/>
            <a:ext cx="2400300" cy="8619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110" name="Google Shape;110;p16"/>
          <p:cNvSpPr txBox="1"/>
          <p:nvPr>
            <p:ph idx="7" type="subTitle"/>
          </p:nvPr>
        </p:nvSpPr>
        <p:spPr>
          <a:xfrm>
            <a:off x="3371850" y="3582477"/>
            <a:ext cx="2400300" cy="895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11" name="Google Shape;111;p16"/>
          <p:cNvSpPr txBox="1"/>
          <p:nvPr>
            <p:ph hasCustomPrompt="1" idx="8" type="title"/>
          </p:nvPr>
        </p:nvSpPr>
        <p:spPr>
          <a:xfrm>
            <a:off x="3371850" y="1575103"/>
            <a:ext cx="2400300" cy="800400"/>
          </a:xfrm>
          <a:prstGeom prst="rect">
            <a:avLst/>
          </a:prstGeom>
        </p:spPr>
        <p:txBody>
          <a:bodyPr anchorCtr="0" anchor="b" bIns="91425" lIns="91425" spcFirstLastPara="1" rIns="91425" wrap="square" tIns="91425">
            <a:noAutofit/>
          </a:bodyPr>
          <a:lstStyle>
            <a:lvl1pPr lvl="0" algn="ctr">
              <a:spcBef>
                <a:spcPts val="0"/>
              </a:spcBef>
              <a:spcAft>
                <a:spcPts val="0"/>
              </a:spcAft>
              <a:buSzPts val="6000"/>
              <a:buNone/>
              <a:defRPr sz="4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12" name="Google Shape;112;p16"/>
          <p:cNvSpPr txBox="1"/>
          <p:nvPr>
            <p:ph idx="9" type="subTitle"/>
          </p:nvPr>
        </p:nvSpPr>
        <p:spPr>
          <a:xfrm>
            <a:off x="3371850" y="2654575"/>
            <a:ext cx="2400300" cy="8619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cxnSp>
        <p:nvCxnSpPr>
          <p:cNvPr id="113" name="Google Shape;113;p16"/>
          <p:cNvCxnSpPr/>
          <p:nvPr/>
        </p:nvCxnSpPr>
        <p:spPr>
          <a:xfrm rot="10800000">
            <a:off x="5035800" y="4797575"/>
            <a:ext cx="41082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2_1_2">
    <p:spTree>
      <p:nvGrpSpPr>
        <p:cNvPr id="114" name="Shape 114"/>
        <p:cNvGrpSpPr/>
        <p:nvPr/>
      </p:nvGrpSpPr>
      <p:grpSpPr>
        <a:xfrm>
          <a:off x="0" y="0"/>
          <a:ext cx="0" cy="0"/>
          <a:chOff x="0" y="0"/>
          <a:chExt cx="0" cy="0"/>
        </a:xfrm>
      </p:grpSpPr>
      <p:sp>
        <p:nvSpPr>
          <p:cNvPr id="115" name="Google Shape;115;p17"/>
          <p:cNvSpPr txBox="1"/>
          <p:nvPr>
            <p:ph idx="1" type="subTitle"/>
          </p:nvPr>
        </p:nvSpPr>
        <p:spPr>
          <a:xfrm>
            <a:off x="2370900" y="1278125"/>
            <a:ext cx="4402200" cy="4002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16" name="Google Shape;116;p17"/>
          <p:cNvSpPr txBox="1"/>
          <p:nvPr>
            <p:ph hasCustomPrompt="1" type="title"/>
          </p:nvPr>
        </p:nvSpPr>
        <p:spPr>
          <a:xfrm>
            <a:off x="2370900" y="572825"/>
            <a:ext cx="4402200" cy="738900"/>
          </a:xfrm>
          <a:prstGeom prst="rect">
            <a:avLst/>
          </a:prstGeom>
        </p:spPr>
        <p:txBody>
          <a:bodyPr anchorCtr="0" anchor="b" bIns="91425" lIns="91425" spcFirstLastPara="1" rIns="91425" wrap="square" tIns="91425">
            <a:noAutofit/>
          </a:bodyPr>
          <a:lstStyle>
            <a:lvl1pPr lvl="0">
              <a:spcBef>
                <a:spcPts val="0"/>
              </a:spcBef>
              <a:spcAft>
                <a:spcPts val="0"/>
              </a:spcAft>
              <a:buSzPts val="6000"/>
              <a:buNone/>
              <a:defRPr sz="36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r>
              <a:t>xx%</a:t>
            </a:r>
          </a:p>
        </p:txBody>
      </p:sp>
      <p:sp>
        <p:nvSpPr>
          <p:cNvPr id="117" name="Google Shape;117;p17"/>
          <p:cNvSpPr txBox="1"/>
          <p:nvPr>
            <p:ph idx="2" type="subTitle"/>
          </p:nvPr>
        </p:nvSpPr>
        <p:spPr>
          <a:xfrm>
            <a:off x="2370900" y="4087875"/>
            <a:ext cx="4402200" cy="4002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18" name="Google Shape;118;p17"/>
          <p:cNvSpPr txBox="1"/>
          <p:nvPr>
            <p:ph hasCustomPrompt="1" idx="3" type="title"/>
          </p:nvPr>
        </p:nvSpPr>
        <p:spPr>
          <a:xfrm>
            <a:off x="2370900" y="3382575"/>
            <a:ext cx="4402200" cy="738900"/>
          </a:xfrm>
          <a:prstGeom prst="rect">
            <a:avLst/>
          </a:prstGeom>
        </p:spPr>
        <p:txBody>
          <a:bodyPr anchorCtr="0" anchor="b" bIns="91425" lIns="91425" spcFirstLastPara="1" rIns="91425" wrap="square" tIns="91425">
            <a:noAutofit/>
          </a:bodyPr>
          <a:lstStyle>
            <a:lvl1pPr lvl="0">
              <a:spcBef>
                <a:spcPts val="0"/>
              </a:spcBef>
              <a:spcAft>
                <a:spcPts val="0"/>
              </a:spcAft>
              <a:buSzPts val="6000"/>
              <a:buNone/>
              <a:defRPr sz="36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r>
              <a:t>xx%</a:t>
            </a:r>
          </a:p>
        </p:txBody>
      </p:sp>
      <p:sp>
        <p:nvSpPr>
          <p:cNvPr id="119" name="Google Shape;119;p17"/>
          <p:cNvSpPr txBox="1"/>
          <p:nvPr>
            <p:ph idx="4" type="subTitle"/>
          </p:nvPr>
        </p:nvSpPr>
        <p:spPr>
          <a:xfrm>
            <a:off x="2370900" y="2683000"/>
            <a:ext cx="4402200" cy="4002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20" name="Google Shape;120;p17"/>
          <p:cNvSpPr txBox="1"/>
          <p:nvPr>
            <p:ph hasCustomPrompt="1" idx="5" type="title"/>
          </p:nvPr>
        </p:nvSpPr>
        <p:spPr>
          <a:xfrm>
            <a:off x="2370900" y="1977700"/>
            <a:ext cx="4402200" cy="738900"/>
          </a:xfrm>
          <a:prstGeom prst="rect">
            <a:avLst/>
          </a:prstGeom>
        </p:spPr>
        <p:txBody>
          <a:bodyPr anchorCtr="0" anchor="b" bIns="91425" lIns="91425" spcFirstLastPara="1" rIns="91425" wrap="square" tIns="91425">
            <a:noAutofit/>
          </a:bodyPr>
          <a:lstStyle>
            <a:lvl1pPr lvl="0">
              <a:spcBef>
                <a:spcPts val="0"/>
              </a:spcBef>
              <a:spcAft>
                <a:spcPts val="0"/>
              </a:spcAft>
              <a:buSzPts val="6000"/>
              <a:buNone/>
              <a:defRPr sz="36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r>
              <a:t>xx%</a:t>
            </a:r>
          </a:p>
        </p:txBody>
      </p:sp>
      <p:grpSp>
        <p:nvGrpSpPr>
          <p:cNvPr id="121" name="Google Shape;121;p17"/>
          <p:cNvGrpSpPr/>
          <p:nvPr/>
        </p:nvGrpSpPr>
        <p:grpSpPr>
          <a:xfrm>
            <a:off x="711250" y="-125"/>
            <a:ext cx="7719525" cy="5143625"/>
            <a:chOff x="711250" y="-125"/>
            <a:chExt cx="7719525" cy="5143625"/>
          </a:xfrm>
        </p:grpSpPr>
        <p:cxnSp>
          <p:nvCxnSpPr>
            <p:cNvPr id="122" name="Google Shape;122;p17"/>
            <p:cNvCxnSpPr/>
            <p:nvPr/>
          </p:nvCxnSpPr>
          <p:spPr>
            <a:xfrm rot="10800000">
              <a:off x="711250" y="2191500"/>
              <a:ext cx="0" cy="2952000"/>
            </a:xfrm>
            <a:prstGeom prst="straightConnector1">
              <a:avLst/>
            </a:prstGeom>
            <a:noFill/>
            <a:ln cap="flat" cmpd="sng" w="9525">
              <a:solidFill>
                <a:schemeClr val="dk1"/>
              </a:solidFill>
              <a:prstDash val="solid"/>
              <a:round/>
              <a:headEnd len="med" w="med" type="none"/>
              <a:tailEnd len="med" w="med" type="none"/>
            </a:ln>
          </p:spPr>
        </p:cxnSp>
        <p:cxnSp>
          <p:nvCxnSpPr>
            <p:cNvPr id="123" name="Google Shape;123;p17"/>
            <p:cNvCxnSpPr/>
            <p:nvPr/>
          </p:nvCxnSpPr>
          <p:spPr>
            <a:xfrm rot="10800000">
              <a:off x="8430775" y="-125"/>
              <a:ext cx="0" cy="21915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2_1_1">
    <p:spTree>
      <p:nvGrpSpPr>
        <p:cNvPr id="124" name="Shape 124"/>
        <p:cNvGrpSpPr/>
        <p:nvPr/>
      </p:nvGrpSpPr>
      <p:grpSpPr>
        <a:xfrm>
          <a:off x="0" y="0"/>
          <a:ext cx="0" cy="0"/>
          <a:chOff x="0" y="0"/>
          <a:chExt cx="0" cy="0"/>
        </a:xfrm>
      </p:grpSpPr>
      <p:sp>
        <p:nvSpPr>
          <p:cNvPr id="125" name="Google Shape;125;p18"/>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grpSp>
        <p:nvGrpSpPr>
          <p:cNvPr id="126" name="Google Shape;126;p18"/>
          <p:cNvGrpSpPr/>
          <p:nvPr/>
        </p:nvGrpSpPr>
        <p:grpSpPr>
          <a:xfrm flipH="1">
            <a:off x="0" y="4876025"/>
            <a:ext cx="9144000" cy="267600"/>
            <a:chOff x="0" y="4876025"/>
            <a:chExt cx="9144000" cy="267600"/>
          </a:xfrm>
        </p:grpSpPr>
        <p:sp>
          <p:nvSpPr>
            <p:cNvPr id="127" name="Google Shape;127;p18"/>
            <p:cNvSpPr/>
            <p:nvPr/>
          </p:nvSpPr>
          <p:spPr>
            <a:xfrm>
              <a:off x="0" y="4876025"/>
              <a:ext cx="91440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8" name="Google Shape;128;p18"/>
            <p:cNvCxnSpPr/>
            <p:nvPr/>
          </p:nvCxnSpPr>
          <p:spPr>
            <a:xfrm>
              <a:off x="4572000" y="5009825"/>
              <a:ext cx="45720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2_1_1_2">
    <p:spTree>
      <p:nvGrpSpPr>
        <p:cNvPr id="129" name="Shape 129"/>
        <p:cNvGrpSpPr/>
        <p:nvPr/>
      </p:nvGrpSpPr>
      <p:grpSpPr>
        <a:xfrm>
          <a:off x="0" y="0"/>
          <a:ext cx="0" cy="0"/>
          <a:chOff x="0" y="0"/>
          <a:chExt cx="0" cy="0"/>
        </a:xfrm>
      </p:grpSpPr>
      <p:sp>
        <p:nvSpPr>
          <p:cNvPr id="130" name="Google Shape;130;p19"/>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cxnSp>
        <p:nvCxnSpPr>
          <p:cNvPr id="131" name="Google Shape;131;p19"/>
          <p:cNvCxnSpPr/>
          <p:nvPr/>
        </p:nvCxnSpPr>
        <p:spPr>
          <a:xfrm>
            <a:off x="0" y="262400"/>
            <a:ext cx="2286000" cy="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2_1_1_1">
    <p:spTree>
      <p:nvGrpSpPr>
        <p:cNvPr id="132" name="Shape 132"/>
        <p:cNvGrpSpPr/>
        <p:nvPr/>
      </p:nvGrpSpPr>
      <p:grpSpPr>
        <a:xfrm>
          <a:off x="0" y="0"/>
          <a:ext cx="0" cy="0"/>
          <a:chOff x="0" y="0"/>
          <a:chExt cx="0" cy="0"/>
        </a:xfrm>
      </p:grpSpPr>
      <p:grpSp>
        <p:nvGrpSpPr>
          <p:cNvPr id="133" name="Google Shape;133;p20"/>
          <p:cNvGrpSpPr/>
          <p:nvPr/>
        </p:nvGrpSpPr>
        <p:grpSpPr>
          <a:xfrm>
            <a:off x="0" y="0"/>
            <a:ext cx="9144075" cy="5143500"/>
            <a:chOff x="0" y="0"/>
            <a:chExt cx="9144075" cy="5143500"/>
          </a:xfrm>
        </p:grpSpPr>
        <p:sp>
          <p:nvSpPr>
            <p:cNvPr id="134" name="Google Shape;134;p20"/>
            <p:cNvSpPr/>
            <p:nvPr/>
          </p:nvSpPr>
          <p:spPr>
            <a:xfrm>
              <a:off x="4185975" y="4426700"/>
              <a:ext cx="4958100" cy="711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0"/>
            <p:cNvSpPr/>
            <p:nvPr/>
          </p:nvSpPr>
          <p:spPr>
            <a:xfrm>
              <a:off x="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6" name="Google Shape;136;p20"/>
          <p:cNvSpPr txBox="1"/>
          <p:nvPr>
            <p:ph type="title"/>
          </p:nvPr>
        </p:nvSpPr>
        <p:spPr>
          <a:xfrm>
            <a:off x="4082225" y="544275"/>
            <a:ext cx="4224300" cy="1203600"/>
          </a:xfrm>
          <a:prstGeom prst="rect">
            <a:avLst/>
          </a:prstGeom>
        </p:spPr>
        <p:txBody>
          <a:bodyPr anchorCtr="0" anchor="b" bIns="91425" lIns="91425" spcFirstLastPara="1" rIns="91425" wrap="square" tIns="91425">
            <a:noAutofit/>
          </a:bodyPr>
          <a:lstStyle>
            <a:lvl1pPr lvl="0" algn="r">
              <a:spcBef>
                <a:spcPts val="0"/>
              </a:spcBef>
              <a:spcAft>
                <a:spcPts val="0"/>
              </a:spcAft>
              <a:buSzPts val="9200"/>
              <a:buNone/>
              <a:defRPr sz="4500"/>
            </a:lvl1pPr>
            <a:lvl2pPr lvl="1">
              <a:spcBef>
                <a:spcPts val="0"/>
              </a:spcBef>
              <a:spcAft>
                <a:spcPts val="0"/>
              </a:spcAft>
              <a:buSzPts val="9200"/>
              <a:buNone/>
              <a:defRPr sz="9200"/>
            </a:lvl2pPr>
            <a:lvl3pPr lvl="2">
              <a:spcBef>
                <a:spcPts val="0"/>
              </a:spcBef>
              <a:spcAft>
                <a:spcPts val="0"/>
              </a:spcAft>
              <a:buSzPts val="9200"/>
              <a:buNone/>
              <a:defRPr sz="9200"/>
            </a:lvl3pPr>
            <a:lvl4pPr lvl="3">
              <a:spcBef>
                <a:spcPts val="0"/>
              </a:spcBef>
              <a:spcAft>
                <a:spcPts val="0"/>
              </a:spcAft>
              <a:buSzPts val="9200"/>
              <a:buNone/>
              <a:defRPr sz="9200"/>
            </a:lvl4pPr>
            <a:lvl5pPr lvl="4">
              <a:spcBef>
                <a:spcPts val="0"/>
              </a:spcBef>
              <a:spcAft>
                <a:spcPts val="0"/>
              </a:spcAft>
              <a:buSzPts val="9200"/>
              <a:buNone/>
              <a:defRPr sz="9200"/>
            </a:lvl5pPr>
            <a:lvl6pPr lvl="5">
              <a:spcBef>
                <a:spcPts val="0"/>
              </a:spcBef>
              <a:spcAft>
                <a:spcPts val="0"/>
              </a:spcAft>
              <a:buSzPts val="9200"/>
              <a:buNone/>
              <a:defRPr sz="9200"/>
            </a:lvl6pPr>
            <a:lvl7pPr lvl="6">
              <a:spcBef>
                <a:spcPts val="0"/>
              </a:spcBef>
              <a:spcAft>
                <a:spcPts val="0"/>
              </a:spcAft>
              <a:buSzPts val="9200"/>
              <a:buNone/>
              <a:defRPr sz="9200"/>
            </a:lvl7pPr>
            <a:lvl8pPr lvl="7">
              <a:spcBef>
                <a:spcPts val="0"/>
              </a:spcBef>
              <a:spcAft>
                <a:spcPts val="0"/>
              </a:spcAft>
              <a:buSzPts val="9200"/>
              <a:buNone/>
              <a:defRPr sz="9200"/>
            </a:lvl8pPr>
            <a:lvl9pPr lvl="8">
              <a:spcBef>
                <a:spcPts val="0"/>
              </a:spcBef>
              <a:spcAft>
                <a:spcPts val="0"/>
              </a:spcAft>
              <a:buSzPts val="9200"/>
              <a:buNone/>
              <a:defRPr sz="9200"/>
            </a:lvl9pPr>
          </a:lstStyle>
          <a:p/>
        </p:txBody>
      </p:sp>
      <p:sp>
        <p:nvSpPr>
          <p:cNvPr id="137" name="Google Shape;137;p20"/>
          <p:cNvSpPr txBox="1"/>
          <p:nvPr>
            <p:ph idx="1" type="subTitle"/>
          </p:nvPr>
        </p:nvSpPr>
        <p:spPr>
          <a:xfrm>
            <a:off x="4082150" y="1747875"/>
            <a:ext cx="4224300" cy="2594400"/>
          </a:xfrm>
          <a:prstGeom prst="rect">
            <a:avLst/>
          </a:prstGeom>
        </p:spPr>
        <p:txBody>
          <a:bodyPr anchorCtr="0" anchor="t" bIns="91425" lIns="91425" spcFirstLastPara="1" rIns="91425" wrap="square" tIns="91425">
            <a:noAutofit/>
          </a:bodyPr>
          <a:lstStyle>
            <a:lvl1pPr lvl="0" algn="r">
              <a:lnSpc>
                <a:spcPct val="115000"/>
              </a:lnSpc>
              <a:spcBef>
                <a:spcPts val="0"/>
              </a:spcBef>
              <a:spcAft>
                <a:spcPts val="0"/>
              </a:spcAft>
              <a:buSzPts val="1850"/>
              <a:buNone/>
              <a:defRPr sz="1550"/>
            </a:lvl1pPr>
            <a:lvl2pPr lvl="1" algn="ctr">
              <a:lnSpc>
                <a:spcPct val="115000"/>
              </a:lnSpc>
              <a:spcBef>
                <a:spcPts val="0"/>
              </a:spcBef>
              <a:spcAft>
                <a:spcPts val="0"/>
              </a:spcAft>
              <a:buSzPts val="1850"/>
              <a:buNone/>
              <a:defRPr sz="1850"/>
            </a:lvl2pPr>
            <a:lvl3pPr lvl="2" algn="ctr">
              <a:lnSpc>
                <a:spcPct val="115000"/>
              </a:lnSpc>
              <a:spcBef>
                <a:spcPts val="0"/>
              </a:spcBef>
              <a:spcAft>
                <a:spcPts val="0"/>
              </a:spcAft>
              <a:buSzPts val="1850"/>
              <a:buNone/>
              <a:defRPr sz="1850"/>
            </a:lvl3pPr>
            <a:lvl4pPr lvl="3" algn="ctr">
              <a:lnSpc>
                <a:spcPct val="115000"/>
              </a:lnSpc>
              <a:spcBef>
                <a:spcPts val="0"/>
              </a:spcBef>
              <a:spcAft>
                <a:spcPts val="0"/>
              </a:spcAft>
              <a:buSzPts val="1850"/>
              <a:buNone/>
              <a:defRPr sz="1850"/>
            </a:lvl4pPr>
            <a:lvl5pPr lvl="4" algn="ctr">
              <a:lnSpc>
                <a:spcPct val="115000"/>
              </a:lnSpc>
              <a:spcBef>
                <a:spcPts val="0"/>
              </a:spcBef>
              <a:spcAft>
                <a:spcPts val="0"/>
              </a:spcAft>
              <a:buSzPts val="1850"/>
              <a:buNone/>
              <a:defRPr sz="1850"/>
            </a:lvl5pPr>
            <a:lvl6pPr lvl="5" algn="ctr">
              <a:lnSpc>
                <a:spcPct val="115000"/>
              </a:lnSpc>
              <a:spcBef>
                <a:spcPts val="0"/>
              </a:spcBef>
              <a:spcAft>
                <a:spcPts val="0"/>
              </a:spcAft>
              <a:buSzPts val="1850"/>
              <a:buNone/>
              <a:defRPr sz="1850"/>
            </a:lvl6pPr>
            <a:lvl7pPr lvl="6" algn="ctr">
              <a:lnSpc>
                <a:spcPct val="115000"/>
              </a:lnSpc>
              <a:spcBef>
                <a:spcPts val="0"/>
              </a:spcBef>
              <a:spcAft>
                <a:spcPts val="0"/>
              </a:spcAft>
              <a:buSzPts val="1850"/>
              <a:buNone/>
              <a:defRPr sz="1850"/>
            </a:lvl7pPr>
            <a:lvl8pPr lvl="7" algn="ctr">
              <a:lnSpc>
                <a:spcPct val="115000"/>
              </a:lnSpc>
              <a:spcBef>
                <a:spcPts val="0"/>
              </a:spcBef>
              <a:spcAft>
                <a:spcPts val="0"/>
              </a:spcAft>
              <a:buSzPts val="1850"/>
              <a:buNone/>
              <a:defRPr sz="1850"/>
            </a:lvl8pPr>
            <a:lvl9pPr lvl="8" algn="ctr">
              <a:lnSpc>
                <a:spcPct val="115000"/>
              </a:lnSpc>
              <a:spcBef>
                <a:spcPts val="0"/>
              </a:spcBef>
              <a:spcAft>
                <a:spcPts val="0"/>
              </a:spcAft>
              <a:buSzPts val="1850"/>
              <a:buNone/>
              <a:defRPr sz="1850"/>
            </a:lvl9pPr>
          </a:lstStyle>
          <a:p/>
        </p:txBody>
      </p:sp>
      <p:grpSp>
        <p:nvGrpSpPr>
          <p:cNvPr id="138" name="Google Shape;138;p20"/>
          <p:cNvGrpSpPr/>
          <p:nvPr/>
        </p:nvGrpSpPr>
        <p:grpSpPr>
          <a:xfrm>
            <a:off x="150" y="539500"/>
            <a:ext cx="8430625" cy="4604000"/>
            <a:chOff x="150" y="539500"/>
            <a:chExt cx="8430625" cy="4604000"/>
          </a:xfrm>
        </p:grpSpPr>
        <p:cxnSp>
          <p:nvCxnSpPr>
            <p:cNvPr id="139" name="Google Shape;139;p20"/>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cxnSp>
          <p:nvCxnSpPr>
            <p:cNvPr id="140" name="Google Shape;140;p20"/>
            <p:cNvCxnSpPr/>
            <p:nvPr/>
          </p:nvCxnSpPr>
          <p:spPr>
            <a:xfrm rot="10800000">
              <a:off x="150" y="539500"/>
              <a:ext cx="4336800" cy="0"/>
            </a:xfrm>
            <a:prstGeom prst="straightConnector1">
              <a:avLst/>
            </a:prstGeom>
            <a:noFill/>
            <a:ln cap="flat" cmpd="sng" w="9525">
              <a:solidFill>
                <a:schemeClr val="dk1"/>
              </a:solidFill>
              <a:prstDash val="solid"/>
              <a:round/>
              <a:headEnd len="med" w="med" type="none"/>
              <a:tailEnd len="med" w="med" type="none"/>
            </a:ln>
          </p:spPr>
        </p:cxnSp>
      </p:grpSp>
      <p:sp>
        <p:nvSpPr>
          <p:cNvPr id="141" name="Google Shape;141;p20"/>
          <p:cNvSpPr/>
          <p:nvPr>
            <p:ph idx="2" type="pic"/>
          </p:nvPr>
        </p:nvSpPr>
        <p:spPr>
          <a:xfrm>
            <a:off x="592075" y="544275"/>
            <a:ext cx="3312000" cy="38841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1">
    <p:spTree>
      <p:nvGrpSpPr>
        <p:cNvPr id="142" name="Shape 142"/>
        <p:cNvGrpSpPr/>
        <p:nvPr/>
      </p:nvGrpSpPr>
      <p:grpSpPr>
        <a:xfrm>
          <a:off x="0" y="0"/>
          <a:ext cx="0" cy="0"/>
          <a:chOff x="0" y="0"/>
          <a:chExt cx="0" cy="0"/>
        </a:xfrm>
      </p:grpSpPr>
      <p:sp>
        <p:nvSpPr>
          <p:cNvPr id="143" name="Google Shape;143;p21"/>
          <p:cNvSpPr txBox="1"/>
          <p:nvPr>
            <p:ph idx="1" type="body"/>
          </p:nvPr>
        </p:nvSpPr>
        <p:spPr>
          <a:xfrm>
            <a:off x="1691100" y="1759300"/>
            <a:ext cx="5761800" cy="2092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2"/>
              </a:buClr>
              <a:buSzPts val="1400"/>
              <a:buFont typeface="Red Hat Display"/>
              <a:buChar char="■"/>
              <a:defRPr/>
            </a:lvl1pPr>
            <a:lvl2pPr indent="-317500" lvl="1" marL="914400">
              <a:spcBef>
                <a:spcPts val="1600"/>
              </a:spcBef>
              <a:spcAft>
                <a:spcPts val="0"/>
              </a:spcAft>
              <a:buClr>
                <a:srgbClr val="FFFFFF"/>
              </a:buClr>
              <a:buSzPts val="1400"/>
              <a:buFont typeface="Red Hat Display"/>
              <a:buChar char="○"/>
              <a:defRPr/>
            </a:lvl2pPr>
            <a:lvl3pPr indent="-317500" lvl="2" marL="1371600">
              <a:spcBef>
                <a:spcPts val="1600"/>
              </a:spcBef>
              <a:spcAft>
                <a:spcPts val="0"/>
              </a:spcAft>
              <a:buClr>
                <a:srgbClr val="FFFFFF"/>
              </a:buClr>
              <a:buSzPts val="1400"/>
              <a:buFont typeface="Red Hat Display"/>
              <a:buChar char="■"/>
              <a:defRPr/>
            </a:lvl3pPr>
            <a:lvl4pPr indent="-317500" lvl="3" marL="1828800">
              <a:spcBef>
                <a:spcPts val="1600"/>
              </a:spcBef>
              <a:spcAft>
                <a:spcPts val="0"/>
              </a:spcAft>
              <a:buClr>
                <a:srgbClr val="FFFFFF"/>
              </a:buClr>
              <a:buSzPts val="1400"/>
              <a:buFont typeface="Red Hat Display"/>
              <a:buChar char="●"/>
              <a:defRPr/>
            </a:lvl4pPr>
            <a:lvl5pPr indent="-317500" lvl="4" marL="2286000">
              <a:spcBef>
                <a:spcPts val="1600"/>
              </a:spcBef>
              <a:spcAft>
                <a:spcPts val="0"/>
              </a:spcAft>
              <a:buClr>
                <a:srgbClr val="FFFFFF"/>
              </a:buClr>
              <a:buSzPts val="1400"/>
              <a:buFont typeface="Red Hat Display"/>
              <a:buChar char="○"/>
              <a:defRPr/>
            </a:lvl5pPr>
            <a:lvl6pPr indent="-317500" lvl="5" marL="2743200">
              <a:spcBef>
                <a:spcPts val="1600"/>
              </a:spcBef>
              <a:spcAft>
                <a:spcPts val="0"/>
              </a:spcAft>
              <a:buClr>
                <a:srgbClr val="FFFFFF"/>
              </a:buClr>
              <a:buSzPts val="1400"/>
              <a:buFont typeface="Red Hat Display"/>
              <a:buChar char="■"/>
              <a:defRPr/>
            </a:lvl6pPr>
            <a:lvl7pPr indent="-317500" lvl="6" marL="3200400">
              <a:spcBef>
                <a:spcPts val="1600"/>
              </a:spcBef>
              <a:spcAft>
                <a:spcPts val="0"/>
              </a:spcAft>
              <a:buClr>
                <a:srgbClr val="FFFFFF"/>
              </a:buClr>
              <a:buSzPts val="1400"/>
              <a:buFont typeface="Red Hat Display"/>
              <a:buChar char="●"/>
              <a:defRPr/>
            </a:lvl7pPr>
            <a:lvl8pPr indent="-317500" lvl="7" marL="3657600">
              <a:spcBef>
                <a:spcPts val="1600"/>
              </a:spcBef>
              <a:spcAft>
                <a:spcPts val="0"/>
              </a:spcAft>
              <a:buClr>
                <a:srgbClr val="FFFFFF"/>
              </a:buClr>
              <a:buSzPts val="1400"/>
              <a:buFont typeface="Red Hat Display"/>
              <a:buChar char="○"/>
              <a:defRPr/>
            </a:lvl8pPr>
            <a:lvl9pPr indent="-317500" lvl="8" marL="4114800">
              <a:spcBef>
                <a:spcPts val="1600"/>
              </a:spcBef>
              <a:spcAft>
                <a:spcPts val="1600"/>
              </a:spcAft>
              <a:buClr>
                <a:srgbClr val="FFFFFF"/>
              </a:buClr>
              <a:buSzPts val="1400"/>
              <a:buFont typeface="Red Hat Display"/>
              <a:buChar char="■"/>
              <a:defRPr/>
            </a:lvl9pPr>
          </a:lstStyle>
          <a:p/>
        </p:txBody>
      </p:sp>
      <p:sp>
        <p:nvSpPr>
          <p:cNvPr id="144" name="Google Shape;144;p21"/>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45" name="Google Shape;145;p21"/>
          <p:cNvSpPr/>
          <p:nvPr/>
        </p:nvSpPr>
        <p:spPr>
          <a:xfrm flipH="1">
            <a:off x="0" y="4875900"/>
            <a:ext cx="91440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6" name="Google Shape;146;p21"/>
          <p:cNvGrpSpPr/>
          <p:nvPr/>
        </p:nvGrpSpPr>
        <p:grpSpPr>
          <a:xfrm>
            <a:off x="276825" y="267475"/>
            <a:ext cx="8860200" cy="4876025"/>
            <a:chOff x="276825" y="267475"/>
            <a:chExt cx="8860200" cy="4876025"/>
          </a:xfrm>
        </p:grpSpPr>
        <p:cxnSp>
          <p:nvCxnSpPr>
            <p:cNvPr id="147" name="Google Shape;147;p21"/>
            <p:cNvCxnSpPr/>
            <p:nvPr/>
          </p:nvCxnSpPr>
          <p:spPr>
            <a:xfrm rot="10800000">
              <a:off x="276825" y="2571900"/>
              <a:ext cx="0" cy="2571600"/>
            </a:xfrm>
            <a:prstGeom prst="straightConnector1">
              <a:avLst/>
            </a:prstGeom>
            <a:noFill/>
            <a:ln cap="flat" cmpd="sng" w="9525">
              <a:solidFill>
                <a:schemeClr val="dk1"/>
              </a:solidFill>
              <a:prstDash val="solid"/>
              <a:round/>
              <a:headEnd len="med" w="med" type="none"/>
              <a:tailEnd len="med" w="med" type="none"/>
            </a:ln>
          </p:spPr>
        </p:cxnSp>
        <p:cxnSp>
          <p:nvCxnSpPr>
            <p:cNvPr id="148" name="Google Shape;148;p21"/>
            <p:cNvCxnSpPr/>
            <p:nvPr/>
          </p:nvCxnSpPr>
          <p:spPr>
            <a:xfrm>
              <a:off x="4565025" y="267475"/>
              <a:ext cx="4572000" cy="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_1_1_1_1">
    <p:spTree>
      <p:nvGrpSpPr>
        <p:cNvPr id="149" name="Shape 149"/>
        <p:cNvGrpSpPr/>
        <p:nvPr/>
      </p:nvGrpSpPr>
      <p:grpSpPr>
        <a:xfrm>
          <a:off x="0" y="0"/>
          <a:ext cx="0" cy="0"/>
          <a:chOff x="0" y="0"/>
          <a:chExt cx="0" cy="0"/>
        </a:xfrm>
      </p:grpSpPr>
      <p:sp>
        <p:nvSpPr>
          <p:cNvPr id="150" name="Google Shape;150;p22"/>
          <p:cNvSpPr txBox="1"/>
          <p:nvPr>
            <p:ph type="title"/>
          </p:nvPr>
        </p:nvSpPr>
        <p:spPr>
          <a:xfrm>
            <a:off x="948325" y="1185562"/>
            <a:ext cx="4863300" cy="803700"/>
          </a:xfrm>
          <a:prstGeom prst="rect">
            <a:avLst/>
          </a:prstGeom>
        </p:spPr>
        <p:txBody>
          <a:bodyPr anchorCtr="0" anchor="b" bIns="91425" lIns="91425" spcFirstLastPara="1" rIns="91425" wrap="square" tIns="91425">
            <a:noAutofit/>
          </a:bodyPr>
          <a:lstStyle>
            <a:lvl1pPr lvl="0" algn="l">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51" name="Google Shape;151;p22"/>
          <p:cNvSpPr txBox="1"/>
          <p:nvPr>
            <p:ph idx="1" type="subTitle"/>
          </p:nvPr>
        </p:nvSpPr>
        <p:spPr>
          <a:xfrm>
            <a:off x="948325" y="2112038"/>
            <a:ext cx="4863300" cy="1845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dk2"/>
              </a:buClr>
              <a:buSzPts val="1400"/>
              <a:buChar char="■"/>
              <a:defRPr/>
            </a:lvl1pPr>
            <a:lvl2pPr lvl="1" algn="ctr">
              <a:lnSpc>
                <a:spcPct val="115000"/>
              </a:lnSpc>
              <a:spcBef>
                <a:spcPts val="0"/>
              </a:spcBef>
              <a:spcAft>
                <a:spcPts val="0"/>
              </a:spcAft>
              <a:buSzPts val="1400"/>
              <a:buChar char="○"/>
              <a:defRPr/>
            </a:lvl2pPr>
            <a:lvl3pPr lvl="2" algn="ctr">
              <a:lnSpc>
                <a:spcPct val="115000"/>
              </a:lnSpc>
              <a:spcBef>
                <a:spcPts val="0"/>
              </a:spcBef>
              <a:spcAft>
                <a:spcPts val="0"/>
              </a:spcAft>
              <a:buSzPts val="1400"/>
              <a:buChar char="■"/>
              <a:defRPr/>
            </a:lvl3pPr>
            <a:lvl4pPr lvl="3" algn="ctr">
              <a:lnSpc>
                <a:spcPct val="115000"/>
              </a:lnSpc>
              <a:spcBef>
                <a:spcPts val="0"/>
              </a:spcBef>
              <a:spcAft>
                <a:spcPts val="0"/>
              </a:spcAft>
              <a:buSzPts val="1400"/>
              <a:buChar char="●"/>
              <a:defRPr/>
            </a:lvl4pPr>
            <a:lvl5pPr lvl="4" algn="ctr">
              <a:lnSpc>
                <a:spcPct val="115000"/>
              </a:lnSpc>
              <a:spcBef>
                <a:spcPts val="0"/>
              </a:spcBef>
              <a:spcAft>
                <a:spcPts val="0"/>
              </a:spcAft>
              <a:buSzPts val="1400"/>
              <a:buChar char="○"/>
              <a:defRPr/>
            </a:lvl5pPr>
            <a:lvl6pPr lvl="5" algn="ctr">
              <a:lnSpc>
                <a:spcPct val="115000"/>
              </a:lnSpc>
              <a:spcBef>
                <a:spcPts val="0"/>
              </a:spcBef>
              <a:spcAft>
                <a:spcPts val="0"/>
              </a:spcAft>
              <a:buSzPts val="1400"/>
              <a:buChar char="■"/>
              <a:defRPr/>
            </a:lvl6pPr>
            <a:lvl7pPr lvl="6" algn="ctr">
              <a:lnSpc>
                <a:spcPct val="115000"/>
              </a:lnSpc>
              <a:spcBef>
                <a:spcPts val="0"/>
              </a:spcBef>
              <a:spcAft>
                <a:spcPts val="0"/>
              </a:spcAft>
              <a:buSzPts val="1400"/>
              <a:buChar char="●"/>
              <a:defRPr/>
            </a:lvl7pPr>
            <a:lvl8pPr lvl="7" algn="ctr">
              <a:lnSpc>
                <a:spcPct val="115000"/>
              </a:lnSpc>
              <a:spcBef>
                <a:spcPts val="0"/>
              </a:spcBef>
              <a:spcAft>
                <a:spcPts val="0"/>
              </a:spcAft>
              <a:buSzPts val="1400"/>
              <a:buChar char="○"/>
              <a:defRPr/>
            </a:lvl8pPr>
            <a:lvl9pPr lvl="8" algn="ctr">
              <a:lnSpc>
                <a:spcPct val="115000"/>
              </a:lnSpc>
              <a:spcBef>
                <a:spcPts val="0"/>
              </a:spcBef>
              <a:spcAft>
                <a:spcPts val="0"/>
              </a:spcAft>
              <a:buSzPts val="1400"/>
              <a:buChar char="■"/>
              <a:defRPr/>
            </a:lvl9pPr>
          </a:lstStyle>
          <a:p/>
        </p:txBody>
      </p:sp>
      <p:sp>
        <p:nvSpPr>
          <p:cNvPr id="152" name="Google Shape;152;p22"/>
          <p:cNvSpPr/>
          <p:nvPr/>
        </p:nvSpPr>
        <p:spPr>
          <a:xfrm flipH="1" rot="10800000">
            <a:off x="829110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 name="Google Shape;153;p22"/>
          <p:cNvGrpSpPr/>
          <p:nvPr/>
        </p:nvGrpSpPr>
        <p:grpSpPr>
          <a:xfrm flipH="1" rot="10800000">
            <a:off x="-55375" y="0"/>
            <a:ext cx="9199250" cy="4604000"/>
            <a:chOff x="-55375" y="539500"/>
            <a:chExt cx="9199250" cy="4604000"/>
          </a:xfrm>
        </p:grpSpPr>
        <p:cxnSp>
          <p:nvCxnSpPr>
            <p:cNvPr id="154" name="Google Shape;154;p22"/>
            <p:cNvCxnSpPr/>
            <p:nvPr/>
          </p:nvCxnSpPr>
          <p:spPr>
            <a:xfrm>
              <a:off x="-55375" y="4608575"/>
              <a:ext cx="4571700" cy="0"/>
            </a:xfrm>
            <a:prstGeom prst="straightConnector1">
              <a:avLst/>
            </a:prstGeom>
            <a:noFill/>
            <a:ln cap="flat" cmpd="sng" w="9525">
              <a:solidFill>
                <a:schemeClr val="dk1"/>
              </a:solidFill>
              <a:prstDash val="solid"/>
              <a:round/>
              <a:headEnd len="med" w="med" type="none"/>
              <a:tailEnd len="med" w="med" type="none"/>
            </a:ln>
          </p:spPr>
        </p:cxnSp>
        <p:cxnSp>
          <p:nvCxnSpPr>
            <p:cNvPr id="155" name="Google Shape;155;p22"/>
            <p:cNvCxnSpPr/>
            <p:nvPr/>
          </p:nvCxnSpPr>
          <p:spPr>
            <a:xfrm>
              <a:off x="4585075" y="539500"/>
              <a:ext cx="4558800" cy="0"/>
            </a:xfrm>
            <a:prstGeom prst="straightConnector1">
              <a:avLst/>
            </a:prstGeom>
            <a:noFill/>
            <a:ln cap="flat" cmpd="sng" w="9525">
              <a:solidFill>
                <a:schemeClr val="dk1"/>
              </a:solidFill>
              <a:prstDash val="solid"/>
              <a:round/>
              <a:headEnd len="med" w="med" type="none"/>
              <a:tailEnd len="med" w="med" type="none"/>
            </a:ln>
          </p:spPr>
        </p:cxnSp>
        <p:cxnSp>
          <p:nvCxnSpPr>
            <p:cNvPr id="156" name="Google Shape;156;p22"/>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_1_1_1_1_1_1">
    <p:spTree>
      <p:nvGrpSpPr>
        <p:cNvPr id="157" name="Shape 157"/>
        <p:cNvGrpSpPr/>
        <p:nvPr/>
      </p:nvGrpSpPr>
      <p:grpSpPr>
        <a:xfrm>
          <a:off x="0" y="0"/>
          <a:ext cx="0" cy="0"/>
          <a:chOff x="0" y="0"/>
          <a:chExt cx="0" cy="0"/>
        </a:xfrm>
      </p:grpSpPr>
      <p:sp>
        <p:nvSpPr>
          <p:cNvPr id="158" name="Google Shape;158;p23"/>
          <p:cNvSpPr txBox="1"/>
          <p:nvPr>
            <p:ph type="title"/>
          </p:nvPr>
        </p:nvSpPr>
        <p:spPr>
          <a:xfrm>
            <a:off x="1262175" y="1023602"/>
            <a:ext cx="2890500" cy="1678500"/>
          </a:xfrm>
          <a:prstGeom prst="rect">
            <a:avLst/>
          </a:prstGeom>
        </p:spPr>
        <p:txBody>
          <a:bodyPr anchorCtr="0" anchor="b" bIns="91425" lIns="91425" spcFirstLastPara="1" rIns="91425" wrap="square" tIns="91425">
            <a:noAutofit/>
          </a:bodyPr>
          <a:lstStyle>
            <a:lvl1pPr lvl="0" algn="l">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59" name="Google Shape;159;p23"/>
          <p:cNvSpPr txBox="1"/>
          <p:nvPr>
            <p:ph idx="1" type="subTitle"/>
          </p:nvPr>
        </p:nvSpPr>
        <p:spPr>
          <a:xfrm>
            <a:off x="1262175" y="2702272"/>
            <a:ext cx="2890500" cy="14175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60" name="Google Shape;160;p23"/>
          <p:cNvSpPr/>
          <p:nvPr/>
        </p:nvSpPr>
        <p:spPr>
          <a:xfrm rot="10800000">
            <a:off x="125" y="0"/>
            <a:ext cx="716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1" name="Google Shape;161;p23"/>
          <p:cNvGrpSpPr/>
          <p:nvPr/>
        </p:nvGrpSpPr>
        <p:grpSpPr>
          <a:xfrm rot="10800000">
            <a:off x="0" y="363100"/>
            <a:ext cx="8860200" cy="4780400"/>
            <a:chOff x="283800" y="0"/>
            <a:chExt cx="8860200" cy="4780400"/>
          </a:xfrm>
        </p:grpSpPr>
        <p:cxnSp>
          <p:nvCxnSpPr>
            <p:cNvPr id="162" name="Google Shape;162;p23"/>
            <p:cNvCxnSpPr/>
            <p:nvPr/>
          </p:nvCxnSpPr>
          <p:spPr>
            <a:xfrm>
              <a:off x="4273200" y="4780400"/>
              <a:ext cx="4870800" cy="0"/>
            </a:xfrm>
            <a:prstGeom prst="straightConnector1">
              <a:avLst/>
            </a:prstGeom>
            <a:noFill/>
            <a:ln cap="flat" cmpd="sng" w="9525">
              <a:solidFill>
                <a:schemeClr val="dk1"/>
              </a:solidFill>
              <a:prstDash val="solid"/>
              <a:round/>
              <a:headEnd len="med" w="med" type="none"/>
              <a:tailEnd len="med" w="med" type="none"/>
            </a:ln>
          </p:spPr>
        </p:cxnSp>
        <p:cxnSp>
          <p:nvCxnSpPr>
            <p:cNvPr id="163" name="Google Shape;163;p23"/>
            <p:cNvCxnSpPr/>
            <p:nvPr/>
          </p:nvCxnSpPr>
          <p:spPr>
            <a:xfrm rot="10800000">
              <a:off x="283800" y="0"/>
              <a:ext cx="0" cy="41310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_1_1_1_1_1_1_1">
    <p:spTree>
      <p:nvGrpSpPr>
        <p:cNvPr id="164" name="Shape 164"/>
        <p:cNvGrpSpPr/>
        <p:nvPr/>
      </p:nvGrpSpPr>
      <p:grpSpPr>
        <a:xfrm>
          <a:off x="0" y="0"/>
          <a:ext cx="0" cy="0"/>
          <a:chOff x="0" y="0"/>
          <a:chExt cx="0" cy="0"/>
        </a:xfrm>
      </p:grpSpPr>
      <p:sp>
        <p:nvSpPr>
          <p:cNvPr id="165" name="Google Shape;165;p24"/>
          <p:cNvSpPr txBox="1"/>
          <p:nvPr>
            <p:ph type="title"/>
          </p:nvPr>
        </p:nvSpPr>
        <p:spPr>
          <a:xfrm>
            <a:off x="4746800" y="1023600"/>
            <a:ext cx="2630100" cy="1521600"/>
          </a:xfrm>
          <a:prstGeom prst="rect">
            <a:avLst/>
          </a:prstGeom>
        </p:spPr>
        <p:txBody>
          <a:bodyPr anchorCtr="0" anchor="b" bIns="91425" lIns="91425" spcFirstLastPara="1" rIns="91425" wrap="square" tIns="91425">
            <a:noAutofit/>
          </a:bodyPr>
          <a:lstStyle>
            <a:lvl1pPr lvl="0" algn="r">
              <a:spcBef>
                <a:spcPts val="0"/>
              </a:spcBef>
              <a:spcAft>
                <a:spcPts val="0"/>
              </a:spcAft>
              <a:buSzPts val="3100"/>
              <a:buNone/>
              <a:defRPr/>
            </a:lvl1pPr>
            <a:lvl2pPr lvl="1" algn="r">
              <a:spcBef>
                <a:spcPts val="0"/>
              </a:spcBef>
              <a:spcAft>
                <a:spcPts val="0"/>
              </a:spcAft>
              <a:buSzPts val="3100"/>
              <a:buNone/>
              <a:defRPr/>
            </a:lvl2pPr>
            <a:lvl3pPr lvl="2" algn="r">
              <a:spcBef>
                <a:spcPts val="0"/>
              </a:spcBef>
              <a:spcAft>
                <a:spcPts val="0"/>
              </a:spcAft>
              <a:buSzPts val="3100"/>
              <a:buNone/>
              <a:defRPr/>
            </a:lvl3pPr>
            <a:lvl4pPr lvl="3" algn="r">
              <a:spcBef>
                <a:spcPts val="0"/>
              </a:spcBef>
              <a:spcAft>
                <a:spcPts val="0"/>
              </a:spcAft>
              <a:buSzPts val="3100"/>
              <a:buNone/>
              <a:defRPr/>
            </a:lvl4pPr>
            <a:lvl5pPr lvl="4" algn="r">
              <a:spcBef>
                <a:spcPts val="0"/>
              </a:spcBef>
              <a:spcAft>
                <a:spcPts val="0"/>
              </a:spcAft>
              <a:buSzPts val="3100"/>
              <a:buNone/>
              <a:defRPr/>
            </a:lvl5pPr>
            <a:lvl6pPr lvl="5" algn="r">
              <a:spcBef>
                <a:spcPts val="0"/>
              </a:spcBef>
              <a:spcAft>
                <a:spcPts val="0"/>
              </a:spcAft>
              <a:buSzPts val="3100"/>
              <a:buNone/>
              <a:defRPr/>
            </a:lvl6pPr>
            <a:lvl7pPr lvl="6" algn="r">
              <a:spcBef>
                <a:spcPts val="0"/>
              </a:spcBef>
              <a:spcAft>
                <a:spcPts val="0"/>
              </a:spcAft>
              <a:buSzPts val="3100"/>
              <a:buNone/>
              <a:defRPr/>
            </a:lvl7pPr>
            <a:lvl8pPr lvl="7" algn="r">
              <a:spcBef>
                <a:spcPts val="0"/>
              </a:spcBef>
              <a:spcAft>
                <a:spcPts val="0"/>
              </a:spcAft>
              <a:buSzPts val="3100"/>
              <a:buNone/>
              <a:defRPr/>
            </a:lvl8pPr>
            <a:lvl9pPr lvl="8" algn="r">
              <a:spcBef>
                <a:spcPts val="0"/>
              </a:spcBef>
              <a:spcAft>
                <a:spcPts val="0"/>
              </a:spcAft>
              <a:buSzPts val="3100"/>
              <a:buNone/>
              <a:defRPr/>
            </a:lvl9pPr>
          </a:lstStyle>
          <a:p/>
        </p:txBody>
      </p:sp>
      <p:sp>
        <p:nvSpPr>
          <p:cNvPr id="166" name="Google Shape;166;p24"/>
          <p:cNvSpPr txBox="1"/>
          <p:nvPr>
            <p:ph idx="1" type="subTitle"/>
          </p:nvPr>
        </p:nvSpPr>
        <p:spPr>
          <a:xfrm>
            <a:off x="4746800" y="2545055"/>
            <a:ext cx="2630100" cy="1575000"/>
          </a:xfrm>
          <a:prstGeom prst="rect">
            <a:avLst/>
          </a:prstGeom>
        </p:spPr>
        <p:txBody>
          <a:bodyPr anchorCtr="0" anchor="t" bIns="91425" lIns="91425" spcFirstLastPara="1" rIns="91425" wrap="square" tIns="91425">
            <a:noAutofit/>
          </a:bodyPr>
          <a:lstStyle>
            <a:lvl1pPr lvl="0" algn="r">
              <a:lnSpc>
                <a:spcPct val="115000"/>
              </a:lnSpc>
              <a:spcBef>
                <a:spcPts val="0"/>
              </a:spcBef>
              <a:spcAft>
                <a:spcPts val="0"/>
              </a:spcAft>
              <a:buSzPts val="1400"/>
              <a:buNone/>
              <a:defRPr/>
            </a:lvl1pPr>
            <a:lvl2pPr lvl="1" algn="r">
              <a:lnSpc>
                <a:spcPct val="115000"/>
              </a:lnSpc>
              <a:spcBef>
                <a:spcPts val="0"/>
              </a:spcBef>
              <a:spcAft>
                <a:spcPts val="0"/>
              </a:spcAft>
              <a:buSzPts val="1400"/>
              <a:buNone/>
              <a:defRPr/>
            </a:lvl2pPr>
            <a:lvl3pPr lvl="2" algn="r">
              <a:lnSpc>
                <a:spcPct val="115000"/>
              </a:lnSpc>
              <a:spcBef>
                <a:spcPts val="0"/>
              </a:spcBef>
              <a:spcAft>
                <a:spcPts val="0"/>
              </a:spcAft>
              <a:buSzPts val="1400"/>
              <a:buNone/>
              <a:defRPr/>
            </a:lvl3pPr>
            <a:lvl4pPr lvl="3" algn="r">
              <a:lnSpc>
                <a:spcPct val="115000"/>
              </a:lnSpc>
              <a:spcBef>
                <a:spcPts val="0"/>
              </a:spcBef>
              <a:spcAft>
                <a:spcPts val="0"/>
              </a:spcAft>
              <a:buSzPts val="1400"/>
              <a:buNone/>
              <a:defRPr/>
            </a:lvl4pPr>
            <a:lvl5pPr lvl="4" algn="r">
              <a:lnSpc>
                <a:spcPct val="115000"/>
              </a:lnSpc>
              <a:spcBef>
                <a:spcPts val="0"/>
              </a:spcBef>
              <a:spcAft>
                <a:spcPts val="0"/>
              </a:spcAft>
              <a:buSzPts val="1400"/>
              <a:buNone/>
              <a:defRPr/>
            </a:lvl5pPr>
            <a:lvl6pPr lvl="5" algn="r">
              <a:lnSpc>
                <a:spcPct val="115000"/>
              </a:lnSpc>
              <a:spcBef>
                <a:spcPts val="0"/>
              </a:spcBef>
              <a:spcAft>
                <a:spcPts val="0"/>
              </a:spcAft>
              <a:buSzPts val="1400"/>
              <a:buNone/>
              <a:defRPr/>
            </a:lvl6pPr>
            <a:lvl7pPr lvl="6" algn="r">
              <a:lnSpc>
                <a:spcPct val="115000"/>
              </a:lnSpc>
              <a:spcBef>
                <a:spcPts val="0"/>
              </a:spcBef>
              <a:spcAft>
                <a:spcPts val="0"/>
              </a:spcAft>
              <a:buSzPts val="1400"/>
              <a:buNone/>
              <a:defRPr/>
            </a:lvl7pPr>
            <a:lvl8pPr lvl="7" algn="r">
              <a:lnSpc>
                <a:spcPct val="115000"/>
              </a:lnSpc>
              <a:spcBef>
                <a:spcPts val="0"/>
              </a:spcBef>
              <a:spcAft>
                <a:spcPts val="0"/>
              </a:spcAft>
              <a:buSzPts val="1400"/>
              <a:buNone/>
              <a:defRPr/>
            </a:lvl8pPr>
            <a:lvl9pPr lvl="8" algn="r">
              <a:lnSpc>
                <a:spcPct val="115000"/>
              </a:lnSpc>
              <a:spcBef>
                <a:spcPts val="0"/>
              </a:spcBef>
              <a:spcAft>
                <a:spcPts val="0"/>
              </a:spcAft>
              <a:buSzPts val="1400"/>
              <a:buNone/>
              <a:defRPr/>
            </a:lvl9pPr>
          </a:lstStyle>
          <a:p/>
        </p:txBody>
      </p:sp>
      <p:grpSp>
        <p:nvGrpSpPr>
          <p:cNvPr id="167" name="Google Shape;167;p24"/>
          <p:cNvGrpSpPr/>
          <p:nvPr/>
        </p:nvGrpSpPr>
        <p:grpSpPr>
          <a:xfrm flipH="1">
            <a:off x="0" y="0"/>
            <a:ext cx="9144075" cy="5143500"/>
            <a:chOff x="0" y="0"/>
            <a:chExt cx="9144075" cy="5143500"/>
          </a:xfrm>
        </p:grpSpPr>
        <p:grpSp>
          <p:nvGrpSpPr>
            <p:cNvPr id="168" name="Google Shape;168;p24"/>
            <p:cNvGrpSpPr/>
            <p:nvPr/>
          </p:nvGrpSpPr>
          <p:grpSpPr>
            <a:xfrm>
              <a:off x="0" y="0"/>
              <a:ext cx="9144075" cy="5143500"/>
              <a:chOff x="0" y="0"/>
              <a:chExt cx="9144075" cy="5143500"/>
            </a:xfrm>
          </p:grpSpPr>
          <p:sp>
            <p:nvSpPr>
              <p:cNvPr id="169" name="Google Shape;169;p24"/>
              <p:cNvSpPr/>
              <p:nvPr/>
            </p:nvSpPr>
            <p:spPr>
              <a:xfrm>
                <a:off x="4185975" y="4608575"/>
                <a:ext cx="4958100" cy="5292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4"/>
              <p:cNvSpPr/>
              <p:nvPr/>
            </p:nvSpPr>
            <p:spPr>
              <a:xfrm>
                <a:off x="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 name="Google Shape;171;p24"/>
            <p:cNvGrpSpPr/>
            <p:nvPr/>
          </p:nvGrpSpPr>
          <p:grpSpPr>
            <a:xfrm>
              <a:off x="150" y="539500"/>
              <a:ext cx="8430625" cy="4604000"/>
              <a:chOff x="150" y="539500"/>
              <a:chExt cx="8430625" cy="4604000"/>
            </a:xfrm>
          </p:grpSpPr>
          <p:cxnSp>
            <p:nvCxnSpPr>
              <p:cNvPr id="172" name="Google Shape;172;p24"/>
              <p:cNvCxnSpPr/>
              <p:nvPr/>
            </p:nvCxnSpPr>
            <p:spPr>
              <a:xfrm rot="10800000">
                <a:off x="8430775" y="805200"/>
                <a:ext cx="0" cy="4338300"/>
              </a:xfrm>
              <a:prstGeom prst="straightConnector1">
                <a:avLst/>
              </a:prstGeom>
              <a:noFill/>
              <a:ln cap="flat" cmpd="sng" w="9525">
                <a:solidFill>
                  <a:schemeClr val="dk1"/>
                </a:solidFill>
                <a:prstDash val="solid"/>
                <a:round/>
                <a:headEnd len="med" w="med" type="none"/>
                <a:tailEnd len="med" w="med" type="none"/>
              </a:ln>
            </p:spPr>
          </p:cxnSp>
          <p:cxnSp>
            <p:nvCxnSpPr>
              <p:cNvPr id="173" name="Google Shape;173;p24"/>
              <p:cNvCxnSpPr/>
              <p:nvPr/>
            </p:nvCxnSpPr>
            <p:spPr>
              <a:xfrm rot="10800000">
                <a:off x="150" y="539500"/>
                <a:ext cx="4336800" cy="0"/>
              </a:xfrm>
              <a:prstGeom prst="straightConnector1">
                <a:avLst/>
              </a:prstGeom>
              <a:noFill/>
              <a:ln cap="flat" cmpd="sng" w="9525">
                <a:solidFill>
                  <a:schemeClr val="dk1"/>
                </a:solidFill>
                <a:prstDash val="solid"/>
                <a:round/>
                <a:headEnd len="med" w="med" type="none"/>
                <a:tailEnd len="med" w="med" type="none"/>
              </a:ln>
            </p:spPr>
          </p:cxn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3">
    <p:spTree>
      <p:nvGrpSpPr>
        <p:cNvPr id="174" name="Shape 174"/>
        <p:cNvGrpSpPr/>
        <p:nvPr/>
      </p:nvGrpSpPr>
      <p:grpSpPr>
        <a:xfrm>
          <a:off x="0" y="0"/>
          <a:ext cx="0" cy="0"/>
          <a:chOff x="0" y="0"/>
          <a:chExt cx="0" cy="0"/>
        </a:xfrm>
      </p:grpSpPr>
      <p:sp>
        <p:nvSpPr>
          <p:cNvPr id="175" name="Google Shape;175;p25"/>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76" name="Google Shape;176;p25"/>
          <p:cNvSpPr txBox="1"/>
          <p:nvPr>
            <p:ph idx="1" type="body"/>
          </p:nvPr>
        </p:nvSpPr>
        <p:spPr>
          <a:xfrm>
            <a:off x="713225" y="1682875"/>
            <a:ext cx="3780900" cy="27348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2"/>
              </a:buClr>
              <a:buSzPts val="1400"/>
              <a:buChar char="■"/>
              <a:defRPr/>
            </a:lvl1pPr>
            <a:lvl2pPr indent="-317500" lvl="1" marL="914400">
              <a:lnSpc>
                <a:spcPct val="115000"/>
              </a:lnSpc>
              <a:spcBef>
                <a:spcPts val="0"/>
              </a:spcBef>
              <a:spcAft>
                <a:spcPts val="0"/>
              </a:spcAft>
              <a:buSzPts val="1400"/>
              <a:buFont typeface="Chivo"/>
              <a:buChar char="○"/>
              <a:defRPr/>
            </a:lvl2pPr>
            <a:lvl3pPr indent="-317500" lvl="2" marL="1371600">
              <a:lnSpc>
                <a:spcPct val="115000"/>
              </a:lnSpc>
              <a:spcBef>
                <a:spcPts val="1600"/>
              </a:spcBef>
              <a:spcAft>
                <a:spcPts val="0"/>
              </a:spcAft>
              <a:buSzPts val="1400"/>
              <a:buFont typeface="Chivo"/>
              <a:buChar char="■"/>
              <a:defRPr/>
            </a:lvl3pPr>
            <a:lvl4pPr indent="-317500" lvl="3" marL="1828800">
              <a:lnSpc>
                <a:spcPct val="115000"/>
              </a:lnSpc>
              <a:spcBef>
                <a:spcPts val="1600"/>
              </a:spcBef>
              <a:spcAft>
                <a:spcPts val="0"/>
              </a:spcAft>
              <a:buSzPts val="1400"/>
              <a:buFont typeface="Chivo"/>
              <a:buChar char="●"/>
              <a:defRPr/>
            </a:lvl4pPr>
            <a:lvl5pPr indent="-317500" lvl="4" marL="2286000">
              <a:lnSpc>
                <a:spcPct val="115000"/>
              </a:lnSpc>
              <a:spcBef>
                <a:spcPts val="1600"/>
              </a:spcBef>
              <a:spcAft>
                <a:spcPts val="0"/>
              </a:spcAft>
              <a:buSzPts val="1400"/>
              <a:buFont typeface="Chivo"/>
              <a:buChar char="○"/>
              <a:defRPr/>
            </a:lvl5pPr>
            <a:lvl6pPr indent="-317500" lvl="5" marL="2743200">
              <a:lnSpc>
                <a:spcPct val="115000"/>
              </a:lnSpc>
              <a:spcBef>
                <a:spcPts val="1600"/>
              </a:spcBef>
              <a:spcAft>
                <a:spcPts val="0"/>
              </a:spcAft>
              <a:buSzPts val="1400"/>
              <a:buFont typeface="Chivo"/>
              <a:buChar char="■"/>
              <a:defRPr/>
            </a:lvl6pPr>
            <a:lvl7pPr indent="-317500" lvl="6" marL="3200400">
              <a:lnSpc>
                <a:spcPct val="115000"/>
              </a:lnSpc>
              <a:spcBef>
                <a:spcPts val="1600"/>
              </a:spcBef>
              <a:spcAft>
                <a:spcPts val="0"/>
              </a:spcAft>
              <a:buSzPts val="1400"/>
              <a:buFont typeface="Chivo"/>
              <a:buChar char="●"/>
              <a:defRPr/>
            </a:lvl7pPr>
            <a:lvl8pPr indent="-317500" lvl="7" marL="3657600">
              <a:lnSpc>
                <a:spcPct val="115000"/>
              </a:lnSpc>
              <a:spcBef>
                <a:spcPts val="1600"/>
              </a:spcBef>
              <a:spcAft>
                <a:spcPts val="0"/>
              </a:spcAft>
              <a:buSzPts val="1400"/>
              <a:buFont typeface="Chivo"/>
              <a:buChar char="○"/>
              <a:defRPr/>
            </a:lvl8pPr>
            <a:lvl9pPr indent="-317500" lvl="8" marL="4114800">
              <a:lnSpc>
                <a:spcPct val="115000"/>
              </a:lnSpc>
              <a:spcBef>
                <a:spcPts val="1600"/>
              </a:spcBef>
              <a:spcAft>
                <a:spcPts val="1600"/>
              </a:spcAft>
              <a:buSzPts val="1400"/>
              <a:buFont typeface="Chivo"/>
              <a:buChar char="■"/>
              <a:defRPr/>
            </a:lvl9pPr>
          </a:lstStyle>
          <a:p/>
        </p:txBody>
      </p:sp>
      <p:sp>
        <p:nvSpPr>
          <p:cNvPr id="177" name="Google Shape;177;p25"/>
          <p:cNvSpPr txBox="1"/>
          <p:nvPr>
            <p:ph idx="2" type="body"/>
          </p:nvPr>
        </p:nvSpPr>
        <p:spPr>
          <a:xfrm>
            <a:off x="4651325" y="1682875"/>
            <a:ext cx="3780900" cy="2734800"/>
          </a:xfrm>
          <a:prstGeom prst="rect">
            <a:avLst/>
          </a:prstGeom>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dk2"/>
              </a:buClr>
              <a:buSzPts val="1300"/>
              <a:buChar char="■"/>
              <a:defRPr/>
            </a:lvl1pPr>
            <a:lvl2pPr indent="-317500" lvl="1" marL="914400">
              <a:lnSpc>
                <a:spcPct val="115000"/>
              </a:lnSpc>
              <a:spcBef>
                <a:spcPts val="0"/>
              </a:spcBef>
              <a:spcAft>
                <a:spcPts val="0"/>
              </a:spcAft>
              <a:buSzPts val="1400"/>
              <a:buFont typeface="Chivo"/>
              <a:buChar char="○"/>
              <a:defRPr/>
            </a:lvl2pPr>
            <a:lvl3pPr indent="-317500" lvl="2" marL="1371600">
              <a:lnSpc>
                <a:spcPct val="115000"/>
              </a:lnSpc>
              <a:spcBef>
                <a:spcPts val="1600"/>
              </a:spcBef>
              <a:spcAft>
                <a:spcPts val="0"/>
              </a:spcAft>
              <a:buSzPts val="1400"/>
              <a:buFont typeface="Chivo"/>
              <a:buChar char="■"/>
              <a:defRPr/>
            </a:lvl3pPr>
            <a:lvl4pPr indent="-317500" lvl="3" marL="1828800">
              <a:lnSpc>
                <a:spcPct val="115000"/>
              </a:lnSpc>
              <a:spcBef>
                <a:spcPts val="1600"/>
              </a:spcBef>
              <a:spcAft>
                <a:spcPts val="0"/>
              </a:spcAft>
              <a:buSzPts val="1400"/>
              <a:buFont typeface="Chivo"/>
              <a:buChar char="●"/>
              <a:defRPr/>
            </a:lvl4pPr>
            <a:lvl5pPr indent="-317500" lvl="4" marL="2286000">
              <a:lnSpc>
                <a:spcPct val="115000"/>
              </a:lnSpc>
              <a:spcBef>
                <a:spcPts val="1600"/>
              </a:spcBef>
              <a:spcAft>
                <a:spcPts val="0"/>
              </a:spcAft>
              <a:buSzPts val="1400"/>
              <a:buFont typeface="Chivo"/>
              <a:buChar char="○"/>
              <a:defRPr/>
            </a:lvl5pPr>
            <a:lvl6pPr indent="-317500" lvl="5" marL="2743200">
              <a:lnSpc>
                <a:spcPct val="115000"/>
              </a:lnSpc>
              <a:spcBef>
                <a:spcPts val="1600"/>
              </a:spcBef>
              <a:spcAft>
                <a:spcPts val="0"/>
              </a:spcAft>
              <a:buSzPts val="1400"/>
              <a:buFont typeface="Chivo"/>
              <a:buChar char="■"/>
              <a:defRPr/>
            </a:lvl6pPr>
            <a:lvl7pPr indent="-317500" lvl="6" marL="3200400">
              <a:lnSpc>
                <a:spcPct val="115000"/>
              </a:lnSpc>
              <a:spcBef>
                <a:spcPts val="1600"/>
              </a:spcBef>
              <a:spcAft>
                <a:spcPts val="0"/>
              </a:spcAft>
              <a:buSzPts val="1400"/>
              <a:buFont typeface="Chivo"/>
              <a:buChar char="●"/>
              <a:defRPr/>
            </a:lvl7pPr>
            <a:lvl8pPr indent="-317500" lvl="7" marL="3657600">
              <a:lnSpc>
                <a:spcPct val="115000"/>
              </a:lnSpc>
              <a:spcBef>
                <a:spcPts val="1600"/>
              </a:spcBef>
              <a:spcAft>
                <a:spcPts val="0"/>
              </a:spcAft>
              <a:buSzPts val="1400"/>
              <a:buFont typeface="Chivo"/>
              <a:buChar char="○"/>
              <a:defRPr/>
            </a:lvl8pPr>
            <a:lvl9pPr indent="-317500" lvl="8" marL="4114800">
              <a:lnSpc>
                <a:spcPct val="115000"/>
              </a:lnSpc>
              <a:spcBef>
                <a:spcPts val="1600"/>
              </a:spcBef>
              <a:spcAft>
                <a:spcPts val="1600"/>
              </a:spcAft>
              <a:buSzPts val="1400"/>
              <a:buFont typeface="Chivo"/>
              <a:buChar char="■"/>
              <a:defRPr/>
            </a:lvl9pPr>
          </a:lstStyle>
          <a:p/>
        </p:txBody>
      </p:sp>
      <p:sp>
        <p:nvSpPr>
          <p:cNvPr id="178" name="Google Shape;178;p25"/>
          <p:cNvSpPr txBox="1"/>
          <p:nvPr>
            <p:ph idx="3" type="subTitle"/>
          </p:nvPr>
        </p:nvSpPr>
        <p:spPr>
          <a:xfrm>
            <a:off x="713250" y="1217050"/>
            <a:ext cx="7717500" cy="4002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79" name="Google Shape;179;p25"/>
          <p:cNvSpPr/>
          <p:nvPr/>
        </p:nvSpPr>
        <p:spPr>
          <a:xfrm flipH="1">
            <a:off x="713400" y="4876025"/>
            <a:ext cx="84306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0" name="Google Shape;180;p25"/>
          <p:cNvGrpSpPr/>
          <p:nvPr/>
        </p:nvGrpSpPr>
        <p:grpSpPr>
          <a:xfrm>
            <a:off x="283800" y="-4100"/>
            <a:ext cx="8576400" cy="5147625"/>
            <a:chOff x="283800" y="-4100"/>
            <a:chExt cx="8576400" cy="5147625"/>
          </a:xfrm>
        </p:grpSpPr>
        <p:cxnSp>
          <p:nvCxnSpPr>
            <p:cNvPr id="181" name="Google Shape;181;p25"/>
            <p:cNvCxnSpPr/>
            <p:nvPr/>
          </p:nvCxnSpPr>
          <p:spPr>
            <a:xfrm>
              <a:off x="8860200" y="2571925"/>
              <a:ext cx="0" cy="2571600"/>
            </a:xfrm>
            <a:prstGeom prst="straightConnector1">
              <a:avLst/>
            </a:prstGeom>
            <a:noFill/>
            <a:ln cap="flat" cmpd="sng" w="9525">
              <a:solidFill>
                <a:schemeClr val="dk1"/>
              </a:solidFill>
              <a:prstDash val="solid"/>
              <a:round/>
              <a:headEnd len="med" w="med" type="none"/>
              <a:tailEnd len="med" w="med" type="none"/>
            </a:ln>
          </p:spPr>
        </p:cxnSp>
        <p:cxnSp>
          <p:nvCxnSpPr>
            <p:cNvPr id="182" name="Google Shape;182;p25"/>
            <p:cNvCxnSpPr/>
            <p:nvPr/>
          </p:nvCxnSpPr>
          <p:spPr>
            <a:xfrm>
              <a:off x="283800" y="-4100"/>
              <a:ext cx="0" cy="25758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3_1">
    <p:spTree>
      <p:nvGrpSpPr>
        <p:cNvPr id="183" name="Shape 183"/>
        <p:cNvGrpSpPr/>
        <p:nvPr/>
      </p:nvGrpSpPr>
      <p:grpSpPr>
        <a:xfrm>
          <a:off x="0" y="0"/>
          <a:ext cx="0" cy="0"/>
          <a:chOff x="0" y="0"/>
          <a:chExt cx="0" cy="0"/>
        </a:xfrm>
      </p:grpSpPr>
      <p:sp>
        <p:nvSpPr>
          <p:cNvPr id="184" name="Google Shape;184;p26"/>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85" name="Google Shape;185;p26"/>
          <p:cNvSpPr txBox="1"/>
          <p:nvPr>
            <p:ph idx="1" type="subTitle"/>
          </p:nvPr>
        </p:nvSpPr>
        <p:spPr>
          <a:xfrm>
            <a:off x="1106875" y="1964500"/>
            <a:ext cx="3200400" cy="18870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86" name="Google Shape;186;p26"/>
          <p:cNvSpPr txBox="1"/>
          <p:nvPr>
            <p:ph idx="2" type="subTitle"/>
          </p:nvPr>
        </p:nvSpPr>
        <p:spPr>
          <a:xfrm>
            <a:off x="4836725" y="1964500"/>
            <a:ext cx="3200400" cy="18870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87" name="Google Shape;187;p26"/>
          <p:cNvSpPr/>
          <p:nvPr/>
        </p:nvSpPr>
        <p:spPr>
          <a:xfrm rot="10800000">
            <a:off x="8860200" y="-26"/>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 name="Google Shape;188;p26"/>
          <p:cNvGrpSpPr/>
          <p:nvPr/>
        </p:nvGrpSpPr>
        <p:grpSpPr>
          <a:xfrm rot="10800000">
            <a:off x="-125" y="267450"/>
            <a:ext cx="9002225" cy="4876050"/>
            <a:chOff x="141900" y="-26"/>
            <a:chExt cx="9002225" cy="4876050"/>
          </a:xfrm>
        </p:grpSpPr>
        <p:cxnSp>
          <p:nvCxnSpPr>
            <p:cNvPr id="189" name="Google Shape;189;p26"/>
            <p:cNvCxnSpPr/>
            <p:nvPr/>
          </p:nvCxnSpPr>
          <p:spPr>
            <a:xfrm>
              <a:off x="7404125" y="4876024"/>
              <a:ext cx="1740000" cy="0"/>
            </a:xfrm>
            <a:prstGeom prst="straightConnector1">
              <a:avLst/>
            </a:prstGeom>
            <a:noFill/>
            <a:ln cap="flat" cmpd="sng" w="9525">
              <a:solidFill>
                <a:schemeClr val="dk1"/>
              </a:solidFill>
              <a:prstDash val="solid"/>
              <a:round/>
              <a:headEnd len="med" w="med" type="none"/>
              <a:tailEnd len="med" w="med" type="none"/>
            </a:ln>
          </p:spPr>
        </p:cxnSp>
        <p:cxnSp>
          <p:nvCxnSpPr>
            <p:cNvPr id="190" name="Google Shape;190;p26"/>
            <p:cNvCxnSpPr/>
            <p:nvPr/>
          </p:nvCxnSpPr>
          <p:spPr>
            <a:xfrm rot="10800000">
              <a:off x="141900" y="-26"/>
              <a:ext cx="0" cy="39585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191" name="Shape 191"/>
        <p:cNvGrpSpPr/>
        <p:nvPr/>
      </p:nvGrpSpPr>
      <p:grpSpPr>
        <a:xfrm>
          <a:off x="0" y="0"/>
          <a:ext cx="0" cy="0"/>
          <a:chOff x="0" y="0"/>
          <a:chExt cx="0" cy="0"/>
        </a:xfrm>
      </p:grpSpPr>
      <p:sp>
        <p:nvSpPr>
          <p:cNvPr id="192" name="Google Shape;192;p27"/>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193" name="Google Shape;193;p27"/>
          <p:cNvSpPr txBox="1"/>
          <p:nvPr>
            <p:ph idx="1" type="subTitle"/>
          </p:nvPr>
        </p:nvSpPr>
        <p:spPr>
          <a:xfrm>
            <a:off x="713263" y="3406527"/>
            <a:ext cx="2400300" cy="895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94" name="Google Shape;194;p27"/>
          <p:cNvSpPr txBox="1"/>
          <p:nvPr>
            <p:ph idx="2" type="subTitle"/>
          </p:nvPr>
        </p:nvSpPr>
        <p:spPr>
          <a:xfrm>
            <a:off x="713263" y="2785375"/>
            <a:ext cx="2400300" cy="5541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195" name="Google Shape;195;p27"/>
          <p:cNvSpPr txBox="1"/>
          <p:nvPr>
            <p:ph idx="3" type="subTitle"/>
          </p:nvPr>
        </p:nvSpPr>
        <p:spPr>
          <a:xfrm>
            <a:off x="6030438" y="3406527"/>
            <a:ext cx="2400300" cy="895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96" name="Google Shape;196;p27"/>
          <p:cNvSpPr txBox="1"/>
          <p:nvPr>
            <p:ph idx="4" type="subTitle"/>
          </p:nvPr>
        </p:nvSpPr>
        <p:spPr>
          <a:xfrm>
            <a:off x="6030438" y="2782400"/>
            <a:ext cx="2400300" cy="5541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197" name="Google Shape;197;p27"/>
          <p:cNvSpPr txBox="1"/>
          <p:nvPr>
            <p:ph idx="5" type="subTitle"/>
          </p:nvPr>
        </p:nvSpPr>
        <p:spPr>
          <a:xfrm>
            <a:off x="3371850" y="3406527"/>
            <a:ext cx="2400300" cy="895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198" name="Google Shape;198;p27"/>
          <p:cNvSpPr txBox="1"/>
          <p:nvPr>
            <p:ph idx="6" type="subTitle"/>
          </p:nvPr>
        </p:nvSpPr>
        <p:spPr>
          <a:xfrm>
            <a:off x="3371850" y="2782400"/>
            <a:ext cx="2400300" cy="5541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5">
    <p:spTree>
      <p:nvGrpSpPr>
        <p:cNvPr id="199" name="Shape 199"/>
        <p:cNvGrpSpPr/>
        <p:nvPr/>
      </p:nvGrpSpPr>
      <p:grpSpPr>
        <a:xfrm>
          <a:off x="0" y="0"/>
          <a:ext cx="0" cy="0"/>
          <a:chOff x="0" y="0"/>
          <a:chExt cx="0" cy="0"/>
        </a:xfrm>
      </p:grpSpPr>
      <p:sp>
        <p:nvSpPr>
          <p:cNvPr id="200" name="Google Shape;200;p28"/>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01" name="Google Shape;201;p28"/>
          <p:cNvSpPr txBox="1"/>
          <p:nvPr>
            <p:ph idx="1" type="subTitle"/>
          </p:nvPr>
        </p:nvSpPr>
        <p:spPr>
          <a:xfrm>
            <a:off x="865625" y="3694227"/>
            <a:ext cx="2262600" cy="6480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02" name="Google Shape;202;p28"/>
          <p:cNvSpPr txBox="1"/>
          <p:nvPr>
            <p:ph idx="2" type="subTitle"/>
          </p:nvPr>
        </p:nvSpPr>
        <p:spPr>
          <a:xfrm>
            <a:off x="865625" y="3103975"/>
            <a:ext cx="2262600" cy="5232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03" name="Google Shape;203;p28"/>
          <p:cNvSpPr txBox="1"/>
          <p:nvPr>
            <p:ph idx="3" type="subTitle"/>
          </p:nvPr>
        </p:nvSpPr>
        <p:spPr>
          <a:xfrm>
            <a:off x="6015775" y="3694227"/>
            <a:ext cx="2262600" cy="6480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04" name="Google Shape;204;p28"/>
          <p:cNvSpPr txBox="1"/>
          <p:nvPr>
            <p:ph idx="4" type="subTitle"/>
          </p:nvPr>
        </p:nvSpPr>
        <p:spPr>
          <a:xfrm>
            <a:off x="6015775" y="3103975"/>
            <a:ext cx="2262600" cy="5232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05" name="Google Shape;205;p28"/>
          <p:cNvSpPr txBox="1"/>
          <p:nvPr>
            <p:ph idx="5" type="subTitle"/>
          </p:nvPr>
        </p:nvSpPr>
        <p:spPr>
          <a:xfrm>
            <a:off x="3440700" y="3694227"/>
            <a:ext cx="2262600" cy="6480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06" name="Google Shape;206;p28"/>
          <p:cNvSpPr txBox="1"/>
          <p:nvPr>
            <p:ph idx="6" type="subTitle"/>
          </p:nvPr>
        </p:nvSpPr>
        <p:spPr>
          <a:xfrm>
            <a:off x="3440700" y="3103975"/>
            <a:ext cx="2262600" cy="5232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07" name="Google Shape;207;p28"/>
          <p:cNvSpPr/>
          <p:nvPr/>
        </p:nvSpPr>
        <p:spPr>
          <a:xfrm>
            <a:off x="0" y="4876025"/>
            <a:ext cx="91440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8" name="Google Shape;208;p28"/>
          <p:cNvGrpSpPr/>
          <p:nvPr/>
        </p:nvGrpSpPr>
        <p:grpSpPr>
          <a:xfrm>
            <a:off x="283800" y="-48"/>
            <a:ext cx="8860200" cy="5009873"/>
            <a:chOff x="283800" y="-48"/>
            <a:chExt cx="8860200" cy="5009873"/>
          </a:xfrm>
        </p:grpSpPr>
        <p:cxnSp>
          <p:nvCxnSpPr>
            <p:cNvPr id="209" name="Google Shape;209;p28"/>
            <p:cNvCxnSpPr/>
            <p:nvPr/>
          </p:nvCxnSpPr>
          <p:spPr>
            <a:xfrm>
              <a:off x="4572000" y="5009825"/>
              <a:ext cx="4572000" cy="0"/>
            </a:xfrm>
            <a:prstGeom prst="straightConnector1">
              <a:avLst/>
            </a:prstGeom>
            <a:noFill/>
            <a:ln cap="flat" cmpd="sng" w="9525">
              <a:solidFill>
                <a:schemeClr val="dk1"/>
              </a:solidFill>
              <a:prstDash val="solid"/>
              <a:round/>
              <a:headEnd len="med" w="med" type="none"/>
              <a:tailEnd len="med" w="med" type="none"/>
            </a:ln>
          </p:spPr>
        </p:cxnSp>
        <p:cxnSp>
          <p:nvCxnSpPr>
            <p:cNvPr id="210" name="Google Shape;210;p28"/>
            <p:cNvCxnSpPr/>
            <p:nvPr/>
          </p:nvCxnSpPr>
          <p:spPr>
            <a:xfrm rot="10800000">
              <a:off x="283800" y="-48"/>
              <a:ext cx="0" cy="29193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6">
    <p:spTree>
      <p:nvGrpSpPr>
        <p:cNvPr id="211" name="Shape 211"/>
        <p:cNvGrpSpPr/>
        <p:nvPr/>
      </p:nvGrpSpPr>
      <p:grpSpPr>
        <a:xfrm>
          <a:off x="0" y="0"/>
          <a:ext cx="0" cy="0"/>
          <a:chOff x="0" y="0"/>
          <a:chExt cx="0" cy="0"/>
        </a:xfrm>
      </p:grpSpPr>
      <p:sp>
        <p:nvSpPr>
          <p:cNvPr id="212" name="Google Shape;212;p29"/>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13" name="Google Shape;213;p29"/>
          <p:cNvSpPr txBox="1"/>
          <p:nvPr>
            <p:ph idx="1" type="subTitle"/>
          </p:nvPr>
        </p:nvSpPr>
        <p:spPr>
          <a:xfrm>
            <a:off x="1877250" y="1850002"/>
            <a:ext cx="2318700" cy="8958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214" name="Google Shape;214;p29"/>
          <p:cNvSpPr txBox="1"/>
          <p:nvPr>
            <p:ph idx="2" type="subTitle"/>
          </p:nvPr>
        </p:nvSpPr>
        <p:spPr>
          <a:xfrm>
            <a:off x="1877250" y="1375200"/>
            <a:ext cx="2318700" cy="523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15" name="Google Shape;215;p29"/>
          <p:cNvSpPr txBox="1"/>
          <p:nvPr>
            <p:ph idx="3" type="subTitle"/>
          </p:nvPr>
        </p:nvSpPr>
        <p:spPr>
          <a:xfrm>
            <a:off x="1877250" y="3515601"/>
            <a:ext cx="2318700" cy="8958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216" name="Google Shape;216;p29"/>
          <p:cNvSpPr txBox="1"/>
          <p:nvPr>
            <p:ph idx="4" type="subTitle"/>
          </p:nvPr>
        </p:nvSpPr>
        <p:spPr>
          <a:xfrm>
            <a:off x="1877250" y="3040799"/>
            <a:ext cx="2318700" cy="523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17" name="Google Shape;217;p29"/>
          <p:cNvSpPr txBox="1"/>
          <p:nvPr>
            <p:ph idx="5" type="subTitle"/>
          </p:nvPr>
        </p:nvSpPr>
        <p:spPr>
          <a:xfrm>
            <a:off x="6112075" y="1850002"/>
            <a:ext cx="2318700" cy="8958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218" name="Google Shape;218;p29"/>
          <p:cNvSpPr txBox="1"/>
          <p:nvPr>
            <p:ph idx="6" type="subTitle"/>
          </p:nvPr>
        </p:nvSpPr>
        <p:spPr>
          <a:xfrm>
            <a:off x="6112075" y="1375200"/>
            <a:ext cx="2318700" cy="523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19" name="Google Shape;219;p29"/>
          <p:cNvSpPr txBox="1"/>
          <p:nvPr>
            <p:ph idx="7" type="subTitle"/>
          </p:nvPr>
        </p:nvSpPr>
        <p:spPr>
          <a:xfrm>
            <a:off x="6112075" y="3515601"/>
            <a:ext cx="2318700" cy="8958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220" name="Google Shape;220;p29"/>
          <p:cNvSpPr txBox="1"/>
          <p:nvPr>
            <p:ph idx="8" type="subTitle"/>
          </p:nvPr>
        </p:nvSpPr>
        <p:spPr>
          <a:xfrm>
            <a:off x="6112075" y="3040799"/>
            <a:ext cx="2318700" cy="5232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21" name="Google Shape;221;p29"/>
          <p:cNvSpPr/>
          <p:nvPr/>
        </p:nvSpPr>
        <p:spPr>
          <a:xfrm flipH="1">
            <a:off x="8860200" y="0"/>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2" name="Google Shape;222;p29"/>
          <p:cNvCxnSpPr/>
          <p:nvPr/>
        </p:nvCxnSpPr>
        <p:spPr>
          <a:xfrm rot="10800000">
            <a:off x="9002100" y="-26"/>
            <a:ext cx="0" cy="39585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6_1">
    <p:spTree>
      <p:nvGrpSpPr>
        <p:cNvPr id="223" name="Shape 223"/>
        <p:cNvGrpSpPr/>
        <p:nvPr/>
      </p:nvGrpSpPr>
      <p:grpSpPr>
        <a:xfrm>
          <a:off x="0" y="0"/>
          <a:ext cx="0" cy="0"/>
          <a:chOff x="0" y="0"/>
          <a:chExt cx="0" cy="0"/>
        </a:xfrm>
      </p:grpSpPr>
      <p:sp>
        <p:nvSpPr>
          <p:cNvPr id="224" name="Google Shape;224;p30"/>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25" name="Google Shape;225;p30"/>
          <p:cNvSpPr txBox="1"/>
          <p:nvPr>
            <p:ph idx="1" type="subTitle"/>
          </p:nvPr>
        </p:nvSpPr>
        <p:spPr>
          <a:xfrm>
            <a:off x="713250" y="3515601"/>
            <a:ext cx="2400300" cy="895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26" name="Google Shape;226;p30"/>
          <p:cNvSpPr txBox="1"/>
          <p:nvPr>
            <p:ph idx="2" type="subTitle"/>
          </p:nvPr>
        </p:nvSpPr>
        <p:spPr>
          <a:xfrm>
            <a:off x="713250" y="3040799"/>
            <a:ext cx="2400300" cy="5232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27" name="Google Shape;227;p30"/>
          <p:cNvSpPr txBox="1"/>
          <p:nvPr>
            <p:ph idx="3" type="subTitle"/>
          </p:nvPr>
        </p:nvSpPr>
        <p:spPr>
          <a:xfrm>
            <a:off x="6030450" y="3515601"/>
            <a:ext cx="2400300" cy="895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28" name="Google Shape;228;p30"/>
          <p:cNvSpPr txBox="1"/>
          <p:nvPr>
            <p:ph idx="4" type="subTitle"/>
          </p:nvPr>
        </p:nvSpPr>
        <p:spPr>
          <a:xfrm>
            <a:off x="6030450" y="3040799"/>
            <a:ext cx="2400300" cy="5232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29" name="Google Shape;229;p30"/>
          <p:cNvSpPr txBox="1"/>
          <p:nvPr>
            <p:ph idx="5" type="subTitle"/>
          </p:nvPr>
        </p:nvSpPr>
        <p:spPr>
          <a:xfrm>
            <a:off x="3371850" y="3515601"/>
            <a:ext cx="2400300" cy="895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30" name="Google Shape;230;p30"/>
          <p:cNvSpPr txBox="1"/>
          <p:nvPr>
            <p:ph idx="6" type="subTitle"/>
          </p:nvPr>
        </p:nvSpPr>
        <p:spPr>
          <a:xfrm>
            <a:off x="3371850" y="3040799"/>
            <a:ext cx="2400300" cy="5232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31" name="Google Shape;231;p30"/>
          <p:cNvSpPr txBox="1"/>
          <p:nvPr>
            <p:ph idx="7" type="subTitle"/>
          </p:nvPr>
        </p:nvSpPr>
        <p:spPr>
          <a:xfrm>
            <a:off x="2042531" y="1850002"/>
            <a:ext cx="2400300" cy="895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32" name="Google Shape;232;p30"/>
          <p:cNvSpPr txBox="1"/>
          <p:nvPr>
            <p:ph idx="8" type="subTitle"/>
          </p:nvPr>
        </p:nvSpPr>
        <p:spPr>
          <a:xfrm>
            <a:off x="2042531" y="1375200"/>
            <a:ext cx="2400300" cy="5232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33" name="Google Shape;233;p30"/>
          <p:cNvSpPr txBox="1"/>
          <p:nvPr>
            <p:ph idx="9" type="subTitle"/>
          </p:nvPr>
        </p:nvSpPr>
        <p:spPr>
          <a:xfrm>
            <a:off x="4701169" y="1850002"/>
            <a:ext cx="2400300" cy="895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34" name="Google Shape;234;p30"/>
          <p:cNvSpPr txBox="1"/>
          <p:nvPr>
            <p:ph idx="13" type="subTitle"/>
          </p:nvPr>
        </p:nvSpPr>
        <p:spPr>
          <a:xfrm>
            <a:off x="4701169" y="1375200"/>
            <a:ext cx="2400300" cy="5232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35" name="Google Shape;235;p30"/>
          <p:cNvSpPr/>
          <p:nvPr/>
        </p:nvSpPr>
        <p:spPr>
          <a:xfrm>
            <a:off x="0" y="4876025"/>
            <a:ext cx="8430600" cy="267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6" name="Google Shape;236;p30"/>
          <p:cNvGrpSpPr/>
          <p:nvPr/>
        </p:nvGrpSpPr>
        <p:grpSpPr>
          <a:xfrm flipH="1">
            <a:off x="283800" y="-4100"/>
            <a:ext cx="8576400" cy="5147625"/>
            <a:chOff x="283800" y="-4100"/>
            <a:chExt cx="8576400" cy="5147625"/>
          </a:xfrm>
        </p:grpSpPr>
        <p:cxnSp>
          <p:nvCxnSpPr>
            <p:cNvPr id="237" name="Google Shape;237;p30"/>
            <p:cNvCxnSpPr/>
            <p:nvPr/>
          </p:nvCxnSpPr>
          <p:spPr>
            <a:xfrm>
              <a:off x="8860200" y="2571925"/>
              <a:ext cx="0" cy="2571600"/>
            </a:xfrm>
            <a:prstGeom prst="straightConnector1">
              <a:avLst/>
            </a:prstGeom>
            <a:noFill/>
            <a:ln cap="flat" cmpd="sng" w="9525">
              <a:solidFill>
                <a:schemeClr val="dk1"/>
              </a:solidFill>
              <a:prstDash val="solid"/>
              <a:round/>
              <a:headEnd len="med" w="med" type="none"/>
              <a:tailEnd len="med" w="med" type="none"/>
            </a:ln>
          </p:spPr>
        </p:cxnSp>
        <p:cxnSp>
          <p:nvCxnSpPr>
            <p:cNvPr id="238" name="Google Shape;238;p30"/>
            <p:cNvCxnSpPr/>
            <p:nvPr/>
          </p:nvCxnSpPr>
          <p:spPr>
            <a:xfrm>
              <a:off x="283800" y="-4100"/>
              <a:ext cx="0" cy="25758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_1">
    <p:spTree>
      <p:nvGrpSpPr>
        <p:cNvPr id="239" name="Shape 239"/>
        <p:cNvGrpSpPr/>
        <p:nvPr/>
      </p:nvGrpSpPr>
      <p:grpSpPr>
        <a:xfrm>
          <a:off x="0" y="0"/>
          <a:ext cx="0" cy="0"/>
          <a:chOff x="0" y="0"/>
          <a:chExt cx="0" cy="0"/>
        </a:xfrm>
      </p:grpSpPr>
      <p:sp>
        <p:nvSpPr>
          <p:cNvPr id="240" name="Google Shape;240;p31"/>
          <p:cNvSpPr txBox="1"/>
          <p:nvPr>
            <p:ph type="title"/>
          </p:nvPr>
        </p:nvSpPr>
        <p:spPr>
          <a:xfrm>
            <a:off x="713225" y="470650"/>
            <a:ext cx="7717500" cy="549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p:txBody>
      </p:sp>
      <p:sp>
        <p:nvSpPr>
          <p:cNvPr id="241" name="Google Shape;241;p31"/>
          <p:cNvSpPr txBox="1"/>
          <p:nvPr>
            <p:ph idx="1" type="subTitle"/>
          </p:nvPr>
        </p:nvSpPr>
        <p:spPr>
          <a:xfrm>
            <a:off x="713244" y="3515601"/>
            <a:ext cx="2400300" cy="895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42" name="Google Shape;242;p31"/>
          <p:cNvSpPr txBox="1"/>
          <p:nvPr>
            <p:ph idx="2" type="subTitle"/>
          </p:nvPr>
        </p:nvSpPr>
        <p:spPr>
          <a:xfrm>
            <a:off x="713244" y="3040799"/>
            <a:ext cx="2400300" cy="5232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43" name="Google Shape;243;p31"/>
          <p:cNvSpPr txBox="1"/>
          <p:nvPr>
            <p:ph idx="3" type="subTitle"/>
          </p:nvPr>
        </p:nvSpPr>
        <p:spPr>
          <a:xfrm>
            <a:off x="6030456" y="3515601"/>
            <a:ext cx="2400300" cy="895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44" name="Google Shape;244;p31"/>
          <p:cNvSpPr txBox="1"/>
          <p:nvPr>
            <p:ph idx="4" type="subTitle"/>
          </p:nvPr>
        </p:nvSpPr>
        <p:spPr>
          <a:xfrm>
            <a:off x="6030456" y="3040799"/>
            <a:ext cx="2400300" cy="5232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45" name="Google Shape;245;p31"/>
          <p:cNvSpPr txBox="1"/>
          <p:nvPr>
            <p:ph idx="5" type="subTitle"/>
          </p:nvPr>
        </p:nvSpPr>
        <p:spPr>
          <a:xfrm>
            <a:off x="3371850" y="3515601"/>
            <a:ext cx="2400300" cy="895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46" name="Google Shape;246;p31"/>
          <p:cNvSpPr txBox="1"/>
          <p:nvPr>
            <p:ph idx="6" type="subTitle"/>
          </p:nvPr>
        </p:nvSpPr>
        <p:spPr>
          <a:xfrm>
            <a:off x="3371850" y="3040799"/>
            <a:ext cx="2400300" cy="5232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47" name="Google Shape;247;p31"/>
          <p:cNvSpPr txBox="1"/>
          <p:nvPr>
            <p:ph idx="7" type="subTitle"/>
          </p:nvPr>
        </p:nvSpPr>
        <p:spPr>
          <a:xfrm>
            <a:off x="713244" y="1850002"/>
            <a:ext cx="2400300" cy="895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48" name="Google Shape;248;p31"/>
          <p:cNvSpPr txBox="1"/>
          <p:nvPr>
            <p:ph idx="8" type="subTitle"/>
          </p:nvPr>
        </p:nvSpPr>
        <p:spPr>
          <a:xfrm>
            <a:off x="713244" y="1375200"/>
            <a:ext cx="2400300" cy="5232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49" name="Google Shape;249;p31"/>
          <p:cNvSpPr txBox="1"/>
          <p:nvPr>
            <p:ph idx="9" type="subTitle"/>
          </p:nvPr>
        </p:nvSpPr>
        <p:spPr>
          <a:xfrm>
            <a:off x="3371850" y="1850002"/>
            <a:ext cx="2400300" cy="895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50" name="Google Shape;250;p31"/>
          <p:cNvSpPr txBox="1"/>
          <p:nvPr>
            <p:ph idx="13" type="subTitle"/>
          </p:nvPr>
        </p:nvSpPr>
        <p:spPr>
          <a:xfrm>
            <a:off x="3371850" y="1375200"/>
            <a:ext cx="2400300" cy="5232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51" name="Google Shape;251;p31"/>
          <p:cNvSpPr txBox="1"/>
          <p:nvPr>
            <p:ph idx="14" type="subTitle"/>
          </p:nvPr>
        </p:nvSpPr>
        <p:spPr>
          <a:xfrm>
            <a:off x="6030456" y="1850002"/>
            <a:ext cx="2400300" cy="8958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252" name="Google Shape;252;p31"/>
          <p:cNvSpPr txBox="1"/>
          <p:nvPr>
            <p:ph idx="15" type="subTitle"/>
          </p:nvPr>
        </p:nvSpPr>
        <p:spPr>
          <a:xfrm>
            <a:off x="6030456" y="1375200"/>
            <a:ext cx="2400300" cy="5232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p:txBody>
      </p:sp>
      <p:sp>
        <p:nvSpPr>
          <p:cNvPr id="253" name="Google Shape;253;p31"/>
          <p:cNvSpPr/>
          <p:nvPr/>
        </p:nvSpPr>
        <p:spPr>
          <a:xfrm flipH="1" rot="10800000">
            <a:off x="25" y="-26"/>
            <a:ext cx="2838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4" name="Google Shape;254;p31"/>
          <p:cNvGrpSpPr/>
          <p:nvPr/>
        </p:nvGrpSpPr>
        <p:grpSpPr>
          <a:xfrm flipH="1" rot="10800000">
            <a:off x="141925" y="267450"/>
            <a:ext cx="9001950" cy="4876050"/>
            <a:chOff x="141900" y="-26"/>
            <a:chExt cx="9001950" cy="4876050"/>
          </a:xfrm>
        </p:grpSpPr>
        <p:cxnSp>
          <p:nvCxnSpPr>
            <p:cNvPr id="255" name="Google Shape;255;p31"/>
            <p:cNvCxnSpPr/>
            <p:nvPr/>
          </p:nvCxnSpPr>
          <p:spPr>
            <a:xfrm>
              <a:off x="7907850" y="4876024"/>
              <a:ext cx="1236000" cy="0"/>
            </a:xfrm>
            <a:prstGeom prst="straightConnector1">
              <a:avLst/>
            </a:prstGeom>
            <a:noFill/>
            <a:ln cap="flat" cmpd="sng" w="9525">
              <a:solidFill>
                <a:schemeClr val="dk1"/>
              </a:solidFill>
              <a:prstDash val="solid"/>
              <a:round/>
              <a:headEnd len="med" w="med" type="none"/>
              <a:tailEnd len="med" w="med" type="none"/>
            </a:ln>
          </p:spPr>
        </p:cxnSp>
        <p:cxnSp>
          <p:nvCxnSpPr>
            <p:cNvPr id="256" name="Google Shape;256;p31"/>
            <p:cNvCxnSpPr/>
            <p:nvPr/>
          </p:nvCxnSpPr>
          <p:spPr>
            <a:xfrm rot="10800000">
              <a:off x="141900" y="-26"/>
              <a:ext cx="0" cy="39585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8">
    <p:spTree>
      <p:nvGrpSpPr>
        <p:cNvPr id="257" name="Shape 257"/>
        <p:cNvGrpSpPr/>
        <p:nvPr/>
      </p:nvGrpSpPr>
      <p:grpSpPr>
        <a:xfrm>
          <a:off x="0" y="0"/>
          <a:ext cx="0" cy="0"/>
          <a:chOff x="0" y="0"/>
          <a:chExt cx="0" cy="0"/>
        </a:xfrm>
      </p:grpSpPr>
      <p:sp>
        <p:nvSpPr>
          <p:cNvPr id="258" name="Google Shape;258;p32"/>
          <p:cNvSpPr txBox="1"/>
          <p:nvPr>
            <p:ph type="title"/>
          </p:nvPr>
        </p:nvSpPr>
        <p:spPr>
          <a:xfrm>
            <a:off x="2654700" y="530250"/>
            <a:ext cx="3834600" cy="1108200"/>
          </a:xfrm>
          <a:prstGeom prst="rect">
            <a:avLst/>
          </a:prstGeom>
        </p:spPr>
        <p:txBody>
          <a:bodyPr anchorCtr="0" anchor="t" bIns="91425" lIns="91425" spcFirstLastPara="1" rIns="91425" wrap="square" tIns="91425">
            <a:noAutofit/>
          </a:bodyPr>
          <a:lstStyle>
            <a:lvl1pPr lvl="0">
              <a:spcBef>
                <a:spcPts val="0"/>
              </a:spcBef>
              <a:spcAft>
                <a:spcPts val="0"/>
              </a:spcAft>
              <a:buSzPts val="7200"/>
              <a:buNone/>
              <a:defRPr sz="60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p:txBody>
      </p:sp>
      <p:sp>
        <p:nvSpPr>
          <p:cNvPr id="259" name="Google Shape;259;p32"/>
          <p:cNvSpPr txBox="1"/>
          <p:nvPr>
            <p:ph idx="1" type="subTitle"/>
          </p:nvPr>
        </p:nvSpPr>
        <p:spPr>
          <a:xfrm>
            <a:off x="2654700" y="2342156"/>
            <a:ext cx="3834600" cy="9720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650"/>
              <a:buNone/>
              <a:defRPr b="1" sz="1550"/>
            </a:lvl1pPr>
            <a:lvl2pPr lvl="1" algn="ctr">
              <a:lnSpc>
                <a:spcPct val="115000"/>
              </a:lnSpc>
              <a:spcBef>
                <a:spcPts val="0"/>
              </a:spcBef>
              <a:spcAft>
                <a:spcPts val="0"/>
              </a:spcAft>
              <a:buSzPts val="1650"/>
              <a:buNone/>
              <a:defRPr b="1" sz="1650"/>
            </a:lvl2pPr>
            <a:lvl3pPr lvl="2" algn="ctr">
              <a:lnSpc>
                <a:spcPct val="115000"/>
              </a:lnSpc>
              <a:spcBef>
                <a:spcPts val="0"/>
              </a:spcBef>
              <a:spcAft>
                <a:spcPts val="0"/>
              </a:spcAft>
              <a:buSzPts val="1650"/>
              <a:buNone/>
              <a:defRPr b="1" sz="1650"/>
            </a:lvl3pPr>
            <a:lvl4pPr lvl="3" algn="ctr">
              <a:lnSpc>
                <a:spcPct val="115000"/>
              </a:lnSpc>
              <a:spcBef>
                <a:spcPts val="0"/>
              </a:spcBef>
              <a:spcAft>
                <a:spcPts val="0"/>
              </a:spcAft>
              <a:buSzPts val="1650"/>
              <a:buNone/>
              <a:defRPr b="1" sz="1650"/>
            </a:lvl4pPr>
            <a:lvl5pPr lvl="4" algn="ctr">
              <a:lnSpc>
                <a:spcPct val="115000"/>
              </a:lnSpc>
              <a:spcBef>
                <a:spcPts val="0"/>
              </a:spcBef>
              <a:spcAft>
                <a:spcPts val="0"/>
              </a:spcAft>
              <a:buSzPts val="1650"/>
              <a:buNone/>
              <a:defRPr b="1" sz="1650"/>
            </a:lvl5pPr>
            <a:lvl6pPr lvl="5" algn="ctr">
              <a:lnSpc>
                <a:spcPct val="115000"/>
              </a:lnSpc>
              <a:spcBef>
                <a:spcPts val="0"/>
              </a:spcBef>
              <a:spcAft>
                <a:spcPts val="0"/>
              </a:spcAft>
              <a:buSzPts val="1650"/>
              <a:buNone/>
              <a:defRPr b="1" sz="1650"/>
            </a:lvl6pPr>
            <a:lvl7pPr lvl="6" algn="ctr">
              <a:lnSpc>
                <a:spcPct val="115000"/>
              </a:lnSpc>
              <a:spcBef>
                <a:spcPts val="0"/>
              </a:spcBef>
              <a:spcAft>
                <a:spcPts val="0"/>
              </a:spcAft>
              <a:buSzPts val="1650"/>
              <a:buNone/>
              <a:defRPr b="1" sz="1650"/>
            </a:lvl7pPr>
            <a:lvl8pPr lvl="7" algn="ctr">
              <a:lnSpc>
                <a:spcPct val="115000"/>
              </a:lnSpc>
              <a:spcBef>
                <a:spcPts val="0"/>
              </a:spcBef>
              <a:spcAft>
                <a:spcPts val="0"/>
              </a:spcAft>
              <a:buSzPts val="1650"/>
              <a:buNone/>
              <a:defRPr b="1" sz="1650"/>
            </a:lvl8pPr>
            <a:lvl9pPr lvl="8" algn="ctr">
              <a:lnSpc>
                <a:spcPct val="115000"/>
              </a:lnSpc>
              <a:spcBef>
                <a:spcPts val="0"/>
              </a:spcBef>
              <a:spcAft>
                <a:spcPts val="0"/>
              </a:spcAft>
              <a:buSzPts val="1650"/>
              <a:buNone/>
              <a:defRPr b="1" sz="1650"/>
            </a:lvl9pPr>
          </a:lstStyle>
          <a:p/>
        </p:txBody>
      </p:sp>
      <p:sp>
        <p:nvSpPr>
          <p:cNvPr id="260" name="Google Shape;260;p32"/>
          <p:cNvSpPr txBox="1"/>
          <p:nvPr>
            <p:ph idx="2" type="subTitle"/>
          </p:nvPr>
        </p:nvSpPr>
        <p:spPr>
          <a:xfrm>
            <a:off x="2654700" y="4111851"/>
            <a:ext cx="3834600" cy="3387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SzPts val="1300"/>
              <a:buNone/>
              <a:defRPr sz="1000"/>
            </a:lvl1pPr>
            <a:lvl2pPr lvl="1" algn="ctr">
              <a:lnSpc>
                <a:spcPct val="115000"/>
              </a:lnSpc>
              <a:spcBef>
                <a:spcPts val="0"/>
              </a:spcBef>
              <a:spcAft>
                <a:spcPts val="0"/>
              </a:spcAft>
              <a:buSzPts val="1300"/>
              <a:buNone/>
              <a:defRPr b="1" sz="1300"/>
            </a:lvl2pPr>
            <a:lvl3pPr lvl="2" algn="ctr">
              <a:lnSpc>
                <a:spcPct val="115000"/>
              </a:lnSpc>
              <a:spcBef>
                <a:spcPts val="0"/>
              </a:spcBef>
              <a:spcAft>
                <a:spcPts val="0"/>
              </a:spcAft>
              <a:buSzPts val="1300"/>
              <a:buNone/>
              <a:defRPr b="1" sz="1300"/>
            </a:lvl3pPr>
            <a:lvl4pPr lvl="3" algn="ctr">
              <a:lnSpc>
                <a:spcPct val="115000"/>
              </a:lnSpc>
              <a:spcBef>
                <a:spcPts val="0"/>
              </a:spcBef>
              <a:spcAft>
                <a:spcPts val="0"/>
              </a:spcAft>
              <a:buSzPts val="1300"/>
              <a:buNone/>
              <a:defRPr b="1" sz="1300"/>
            </a:lvl4pPr>
            <a:lvl5pPr lvl="4" algn="ctr">
              <a:lnSpc>
                <a:spcPct val="115000"/>
              </a:lnSpc>
              <a:spcBef>
                <a:spcPts val="0"/>
              </a:spcBef>
              <a:spcAft>
                <a:spcPts val="0"/>
              </a:spcAft>
              <a:buSzPts val="1300"/>
              <a:buNone/>
              <a:defRPr b="1" sz="1300"/>
            </a:lvl5pPr>
            <a:lvl6pPr lvl="5" algn="ctr">
              <a:lnSpc>
                <a:spcPct val="115000"/>
              </a:lnSpc>
              <a:spcBef>
                <a:spcPts val="0"/>
              </a:spcBef>
              <a:spcAft>
                <a:spcPts val="0"/>
              </a:spcAft>
              <a:buSzPts val="1300"/>
              <a:buNone/>
              <a:defRPr b="1" sz="1300"/>
            </a:lvl6pPr>
            <a:lvl7pPr lvl="6" algn="ctr">
              <a:lnSpc>
                <a:spcPct val="115000"/>
              </a:lnSpc>
              <a:spcBef>
                <a:spcPts val="0"/>
              </a:spcBef>
              <a:spcAft>
                <a:spcPts val="0"/>
              </a:spcAft>
              <a:buSzPts val="1300"/>
              <a:buNone/>
              <a:defRPr b="1" sz="1300"/>
            </a:lvl7pPr>
            <a:lvl8pPr lvl="7" algn="ctr">
              <a:lnSpc>
                <a:spcPct val="115000"/>
              </a:lnSpc>
              <a:spcBef>
                <a:spcPts val="0"/>
              </a:spcBef>
              <a:spcAft>
                <a:spcPts val="0"/>
              </a:spcAft>
              <a:buSzPts val="1300"/>
              <a:buNone/>
              <a:defRPr b="1" sz="1300"/>
            </a:lvl8pPr>
            <a:lvl9pPr lvl="8" algn="ctr">
              <a:lnSpc>
                <a:spcPct val="115000"/>
              </a:lnSpc>
              <a:spcBef>
                <a:spcPts val="0"/>
              </a:spcBef>
              <a:spcAft>
                <a:spcPts val="0"/>
              </a:spcAft>
              <a:buSzPts val="1300"/>
              <a:buNone/>
              <a:defRPr b="1" sz="1300"/>
            </a:lvl9pPr>
          </a:lstStyle>
          <a:p/>
        </p:txBody>
      </p:sp>
      <p:grpSp>
        <p:nvGrpSpPr>
          <p:cNvPr id="261" name="Google Shape;261;p32"/>
          <p:cNvGrpSpPr/>
          <p:nvPr/>
        </p:nvGrpSpPr>
        <p:grpSpPr>
          <a:xfrm>
            <a:off x="713688" y="2579400"/>
            <a:ext cx="8430488" cy="2564100"/>
            <a:chOff x="713688" y="2579400"/>
            <a:chExt cx="8430488" cy="2564100"/>
          </a:xfrm>
        </p:grpSpPr>
        <p:cxnSp>
          <p:nvCxnSpPr>
            <p:cNvPr id="262" name="Google Shape;262;p32"/>
            <p:cNvCxnSpPr/>
            <p:nvPr/>
          </p:nvCxnSpPr>
          <p:spPr>
            <a:xfrm>
              <a:off x="2839075" y="4876025"/>
              <a:ext cx="6305100" cy="0"/>
            </a:xfrm>
            <a:prstGeom prst="straightConnector1">
              <a:avLst/>
            </a:prstGeom>
            <a:noFill/>
            <a:ln cap="flat" cmpd="sng" w="9525">
              <a:solidFill>
                <a:schemeClr val="dk1"/>
              </a:solidFill>
              <a:prstDash val="solid"/>
              <a:round/>
              <a:headEnd len="med" w="med" type="none"/>
              <a:tailEnd len="med" w="med" type="none"/>
            </a:ln>
          </p:spPr>
        </p:cxnSp>
        <p:cxnSp>
          <p:nvCxnSpPr>
            <p:cNvPr id="263" name="Google Shape;263;p32"/>
            <p:cNvCxnSpPr/>
            <p:nvPr/>
          </p:nvCxnSpPr>
          <p:spPr>
            <a:xfrm rot="10800000">
              <a:off x="713688" y="2579400"/>
              <a:ext cx="0" cy="2564100"/>
            </a:xfrm>
            <a:prstGeom prst="straightConnector1">
              <a:avLst/>
            </a:prstGeom>
            <a:noFill/>
            <a:ln cap="flat" cmpd="sng" w="9525">
              <a:solidFill>
                <a:schemeClr val="dk1"/>
              </a:solidFill>
              <a:prstDash val="solid"/>
              <a:round/>
              <a:headEnd len="med" w="med" type="none"/>
              <a:tailEnd len="med" w="med" type="none"/>
            </a:ln>
          </p:spPr>
        </p:cxnSp>
      </p:grpSp>
      <p:sp>
        <p:nvSpPr>
          <p:cNvPr id="264" name="Google Shape;264;p32"/>
          <p:cNvSpPr txBox="1"/>
          <p:nvPr/>
        </p:nvSpPr>
        <p:spPr>
          <a:xfrm>
            <a:off x="2654700" y="3304597"/>
            <a:ext cx="3834600" cy="794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1018"/>
              <a:buNone/>
            </a:pPr>
            <a:r>
              <a:rPr lang="en" sz="1200">
                <a:solidFill>
                  <a:schemeClr val="dk1"/>
                </a:solidFill>
                <a:latin typeface="Commissioner"/>
                <a:ea typeface="Commissioner"/>
                <a:cs typeface="Commissioner"/>
                <a:sym typeface="Commissioner"/>
              </a:rPr>
              <a:t>Credits: This presentation template was created by </a:t>
            </a:r>
            <a:r>
              <a:rPr b="1" lang="en" sz="1200" u="sng">
                <a:solidFill>
                  <a:schemeClr val="dk1"/>
                </a:solidFill>
                <a:latin typeface="Commissioner"/>
                <a:ea typeface="Commissioner"/>
                <a:cs typeface="Commissioner"/>
                <a:sym typeface="Commissioner"/>
                <a:hlinkClick r:id="rId2">
                  <a:extLst>
                    <a:ext uri="{A12FA001-AC4F-418D-AE19-62706E023703}">
                      <ahyp:hlinkClr val="tx"/>
                    </a:ext>
                  </a:extLst>
                </a:hlinkClick>
              </a:rPr>
              <a:t>Slidesgo</a:t>
            </a:r>
            <a:r>
              <a:rPr lang="en" sz="1200">
                <a:solidFill>
                  <a:schemeClr val="dk1"/>
                </a:solidFill>
                <a:latin typeface="Commissioner"/>
                <a:ea typeface="Commissioner"/>
                <a:cs typeface="Commissioner"/>
                <a:sym typeface="Commissioner"/>
              </a:rPr>
              <a:t>, and includes icons, infographics &amp; images by </a:t>
            </a:r>
            <a:r>
              <a:rPr b="1" lang="en" sz="1200" u="sng">
                <a:solidFill>
                  <a:schemeClr val="dk1"/>
                </a:solidFill>
                <a:latin typeface="Commissioner"/>
                <a:ea typeface="Commissioner"/>
                <a:cs typeface="Commissioner"/>
                <a:sym typeface="Commissioner"/>
                <a:hlinkClick r:id="rId3">
                  <a:extLst>
                    <a:ext uri="{A12FA001-AC4F-418D-AE19-62706E023703}">
                      <ahyp:hlinkClr val="tx"/>
                    </a:ext>
                  </a:extLst>
                </a:hlinkClick>
              </a:rPr>
              <a:t>Freepik</a:t>
            </a:r>
            <a:endParaRPr sz="1200">
              <a:solidFill>
                <a:schemeClr val="dk1"/>
              </a:solidFill>
              <a:latin typeface="Commissioner"/>
              <a:ea typeface="Commissioner"/>
              <a:cs typeface="Commissioner"/>
              <a:sym typeface="Commissione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65" name="Shape 265"/>
        <p:cNvGrpSpPr/>
        <p:nvPr/>
      </p:nvGrpSpPr>
      <p:grpSpPr>
        <a:xfrm>
          <a:off x="0" y="0"/>
          <a:ext cx="0" cy="0"/>
          <a:chOff x="0" y="0"/>
          <a:chExt cx="0" cy="0"/>
        </a:xfrm>
      </p:grpSpPr>
      <p:cxnSp>
        <p:nvCxnSpPr>
          <p:cNvPr id="266" name="Google Shape;266;p33"/>
          <p:cNvCxnSpPr/>
          <p:nvPr/>
        </p:nvCxnSpPr>
        <p:spPr>
          <a:xfrm rot="10800000">
            <a:off x="9002100" y="-100"/>
            <a:ext cx="0" cy="2652600"/>
          </a:xfrm>
          <a:prstGeom prst="straightConnector1">
            <a:avLst/>
          </a:prstGeom>
          <a:noFill/>
          <a:ln cap="flat" cmpd="sng" w="9525">
            <a:solidFill>
              <a:schemeClr val="dk1"/>
            </a:solidFill>
            <a:prstDash val="solid"/>
            <a:round/>
            <a:headEnd len="med" w="med" type="none"/>
            <a:tailEnd len="med" w="med" type="none"/>
          </a:ln>
        </p:spPr>
      </p:cxnSp>
      <p:sp>
        <p:nvSpPr>
          <p:cNvPr id="267" name="Google Shape;267;p33"/>
          <p:cNvSpPr/>
          <p:nvPr/>
        </p:nvSpPr>
        <p:spPr>
          <a:xfrm>
            <a:off x="8291100" y="0"/>
            <a:ext cx="8529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8" name="Google Shape;268;p33"/>
          <p:cNvCxnSpPr/>
          <p:nvPr/>
        </p:nvCxnSpPr>
        <p:spPr>
          <a:xfrm>
            <a:off x="4273200" y="4876025"/>
            <a:ext cx="4870800" cy="0"/>
          </a:xfrm>
          <a:prstGeom prst="straightConnector1">
            <a:avLst/>
          </a:prstGeom>
          <a:noFill/>
          <a:ln cap="flat" cmpd="sng" w="9525">
            <a:solidFill>
              <a:schemeClr val="dk1"/>
            </a:solidFill>
            <a:prstDash val="solid"/>
            <a:round/>
            <a:headEnd len="med" w="med" type="none"/>
            <a:tailEnd len="med" w="med" type="none"/>
          </a:ln>
        </p:spPr>
      </p:cxnSp>
      <p:cxnSp>
        <p:nvCxnSpPr>
          <p:cNvPr id="269" name="Google Shape;269;p33"/>
          <p:cNvCxnSpPr/>
          <p:nvPr/>
        </p:nvCxnSpPr>
        <p:spPr>
          <a:xfrm rot="10800000">
            <a:off x="711250" y="0"/>
            <a:ext cx="0" cy="41310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
    <p:spTree>
      <p:nvGrpSpPr>
        <p:cNvPr id="270" name="Shape 270"/>
        <p:cNvGrpSpPr/>
        <p:nvPr/>
      </p:nvGrpSpPr>
      <p:grpSpPr>
        <a:xfrm>
          <a:off x="0" y="0"/>
          <a:ext cx="0" cy="0"/>
          <a:chOff x="0" y="0"/>
          <a:chExt cx="0" cy="0"/>
        </a:xfrm>
      </p:grpSpPr>
      <p:sp>
        <p:nvSpPr>
          <p:cNvPr id="271" name="Google Shape;271;p34"/>
          <p:cNvSpPr/>
          <p:nvPr/>
        </p:nvSpPr>
        <p:spPr>
          <a:xfrm rot="10800000">
            <a:off x="125" y="0"/>
            <a:ext cx="7167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2" name="Google Shape;272;p34"/>
          <p:cNvGrpSpPr/>
          <p:nvPr/>
        </p:nvGrpSpPr>
        <p:grpSpPr>
          <a:xfrm rot="10800000">
            <a:off x="0" y="363100"/>
            <a:ext cx="8860200" cy="4780400"/>
            <a:chOff x="283800" y="0"/>
            <a:chExt cx="8860200" cy="4780400"/>
          </a:xfrm>
        </p:grpSpPr>
        <p:cxnSp>
          <p:nvCxnSpPr>
            <p:cNvPr id="273" name="Google Shape;273;p34"/>
            <p:cNvCxnSpPr/>
            <p:nvPr/>
          </p:nvCxnSpPr>
          <p:spPr>
            <a:xfrm>
              <a:off x="4273200" y="4780400"/>
              <a:ext cx="4870800" cy="0"/>
            </a:xfrm>
            <a:prstGeom prst="straightConnector1">
              <a:avLst/>
            </a:prstGeom>
            <a:noFill/>
            <a:ln cap="flat" cmpd="sng" w="9525">
              <a:solidFill>
                <a:schemeClr val="dk1"/>
              </a:solidFill>
              <a:prstDash val="solid"/>
              <a:round/>
              <a:headEnd len="med" w="med" type="none"/>
              <a:tailEnd len="med" w="med" type="none"/>
            </a:ln>
          </p:spPr>
        </p:cxnSp>
        <p:cxnSp>
          <p:nvCxnSpPr>
            <p:cNvPr id="274" name="Google Shape;274;p34"/>
            <p:cNvCxnSpPr/>
            <p:nvPr/>
          </p:nvCxnSpPr>
          <p:spPr>
            <a:xfrm rot="10800000">
              <a:off x="283800" y="0"/>
              <a:ext cx="0" cy="4131000"/>
            </a:xfrm>
            <a:prstGeom prst="straightConnector1">
              <a:avLst/>
            </a:prstGeom>
            <a:noFill/>
            <a:ln cap="flat" cmpd="sng" w="9525">
              <a:solidFill>
                <a:schemeClr val="dk1"/>
              </a:solidFill>
              <a:prstDash val="solid"/>
              <a:round/>
              <a:headEnd len="med" w="med" type="none"/>
              <a:tailEnd len="med" w="med" type="none"/>
            </a:ln>
          </p:spPr>
        </p:cxn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34" Type="http://schemas.openxmlformats.org/officeDocument/2006/relationships/theme" Target="../theme/theme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70650"/>
            <a:ext cx="7717500" cy="5499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1pPr>
            <a:lvl2pPr lvl="1"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2pPr>
            <a:lvl3pPr lvl="2"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3pPr>
            <a:lvl4pPr lvl="3"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4pPr>
            <a:lvl5pPr lvl="4"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5pPr>
            <a:lvl6pPr lvl="5"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6pPr>
            <a:lvl7pPr lvl="6"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7pPr>
            <a:lvl8pPr lvl="7"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8pPr>
            <a:lvl9pPr lvl="8"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9pPr>
          </a:lstStyle>
          <a:p/>
        </p:txBody>
      </p:sp>
      <p:sp>
        <p:nvSpPr>
          <p:cNvPr id="7" name="Google Shape;7;p1"/>
          <p:cNvSpPr txBox="1"/>
          <p:nvPr>
            <p:ph idx="1" type="body"/>
          </p:nvPr>
        </p:nvSpPr>
        <p:spPr>
          <a:xfrm>
            <a:off x="713225" y="1297400"/>
            <a:ext cx="7717500" cy="32715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1pPr>
            <a:lvl2pPr indent="-317500" lvl="1" marL="9144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2pPr>
            <a:lvl3pPr indent="-317500" lvl="2" marL="13716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3pPr>
            <a:lvl4pPr indent="-317500" lvl="3" marL="18288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4pPr>
            <a:lvl5pPr indent="-317500" lvl="4" marL="22860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5pPr>
            <a:lvl6pPr indent="-317500" lvl="5" marL="27432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6pPr>
            <a:lvl7pPr indent="-317500" lvl="6" marL="32004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7pPr>
            <a:lvl8pPr indent="-317500" lvl="7" marL="36576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8pPr>
            <a:lvl9pPr indent="-317500" lvl="8" marL="4114800">
              <a:lnSpc>
                <a:spcPct val="115000"/>
              </a:lnSpc>
              <a:spcBef>
                <a:spcPts val="1600"/>
              </a:spcBef>
              <a:spcAft>
                <a:spcPts val="1600"/>
              </a:spcAft>
              <a:buClr>
                <a:schemeClr val="dk1"/>
              </a:buClr>
              <a:buSzPts val="1400"/>
              <a:buFont typeface="Commissioner"/>
              <a:buChar char="■"/>
              <a:defRPr>
                <a:solidFill>
                  <a:schemeClr val="dk1"/>
                </a:solidFill>
                <a:latin typeface="Commissioner"/>
                <a:ea typeface="Commissioner"/>
                <a:cs typeface="Commissioner"/>
                <a:sym typeface="Commission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5"/>
          <p:cNvSpPr txBox="1"/>
          <p:nvPr>
            <p:ph type="ctrTitle"/>
          </p:nvPr>
        </p:nvSpPr>
        <p:spPr>
          <a:xfrm>
            <a:off x="713225" y="634675"/>
            <a:ext cx="5602200" cy="2219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Delving into the Estimation Shift of Batch Normalization in a Network</a:t>
            </a:r>
            <a:endParaRPr/>
          </a:p>
        </p:txBody>
      </p:sp>
      <p:sp>
        <p:nvSpPr>
          <p:cNvPr id="280" name="Google Shape;280;p35"/>
          <p:cNvSpPr txBox="1"/>
          <p:nvPr>
            <p:ph idx="1" type="subTitle"/>
          </p:nvPr>
        </p:nvSpPr>
        <p:spPr>
          <a:xfrm>
            <a:off x="713225" y="3983200"/>
            <a:ext cx="5415900" cy="48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50"/>
              <a:t>Avanti Kopulwar</a:t>
            </a:r>
            <a:endParaRPr sz="1250"/>
          </a:p>
          <a:p>
            <a:pPr indent="0" lvl="0" marL="0" rtl="0" algn="l">
              <a:spcBef>
                <a:spcPts val="0"/>
              </a:spcBef>
              <a:spcAft>
                <a:spcPts val="0"/>
              </a:spcAft>
              <a:buNone/>
            </a:pPr>
            <a:r>
              <a:rPr lang="en" sz="1250"/>
              <a:t>Om Waikar</a:t>
            </a:r>
            <a:endParaRPr sz="1250"/>
          </a:p>
        </p:txBody>
      </p:sp>
      <p:pic>
        <p:nvPicPr>
          <p:cNvPr id="281" name="Google Shape;281;p35"/>
          <p:cNvPicPr preferRelativeResize="0"/>
          <p:nvPr/>
        </p:nvPicPr>
        <p:blipFill>
          <a:blip r:embed="rId3">
            <a:alphaModFix/>
          </a:blip>
          <a:stretch>
            <a:fillRect/>
          </a:stretch>
        </p:blipFill>
        <p:spPr>
          <a:xfrm>
            <a:off x="713225" y="3053463"/>
            <a:ext cx="7190476" cy="8230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6"/>
          <p:cNvSpPr txBox="1"/>
          <p:nvPr>
            <p:ph type="title"/>
          </p:nvPr>
        </p:nvSpPr>
        <p:spPr>
          <a:xfrm>
            <a:off x="2346600" y="71050"/>
            <a:ext cx="4450800" cy="6975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600">
                <a:solidFill>
                  <a:srgbClr val="000000"/>
                </a:solidFill>
              </a:rPr>
              <a:t>What is Batch Normalization (BN)?</a:t>
            </a:r>
            <a:endParaRPr sz="1600">
              <a:solidFill>
                <a:srgbClr val="000000"/>
              </a:solidFill>
            </a:endParaRPr>
          </a:p>
          <a:p>
            <a:pPr indent="0" lvl="0" marL="0" rtl="0" algn="l">
              <a:spcBef>
                <a:spcPts val="400"/>
              </a:spcBef>
              <a:spcAft>
                <a:spcPts val="0"/>
              </a:spcAft>
              <a:buNone/>
            </a:pPr>
            <a:r>
              <a:t/>
            </a:r>
            <a:endParaRPr sz="3800"/>
          </a:p>
        </p:txBody>
      </p:sp>
      <p:sp>
        <p:nvSpPr>
          <p:cNvPr id="287" name="Google Shape;287;p36"/>
          <p:cNvSpPr txBox="1"/>
          <p:nvPr>
            <p:ph idx="1" type="subTitle"/>
          </p:nvPr>
        </p:nvSpPr>
        <p:spPr>
          <a:xfrm>
            <a:off x="482525" y="625675"/>
            <a:ext cx="7740900" cy="3580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000000"/>
              </a:buClr>
              <a:buSzPts val="1400"/>
              <a:buChar char="●"/>
            </a:pPr>
            <a:r>
              <a:rPr lang="en" sz="1400">
                <a:solidFill>
                  <a:srgbClr val="000000"/>
                </a:solidFill>
              </a:rPr>
              <a:t>A technique that normalizes the activations of intermediate layers in a deep neural network.</a:t>
            </a:r>
            <a:endParaRPr sz="1400">
              <a:solidFill>
                <a:srgbClr val="000000"/>
              </a:solidFill>
            </a:endParaRPr>
          </a:p>
          <a:p>
            <a:pPr indent="-317500" lvl="0" marL="457200" rtl="0" algn="l">
              <a:spcBef>
                <a:spcPts val="0"/>
              </a:spcBef>
              <a:spcAft>
                <a:spcPts val="0"/>
              </a:spcAft>
              <a:buClr>
                <a:srgbClr val="000000"/>
              </a:buClr>
              <a:buSzPts val="1400"/>
              <a:buChar char="●"/>
            </a:pPr>
            <a:r>
              <a:rPr lang="en" sz="1400">
                <a:solidFill>
                  <a:srgbClr val="000000"/>
                </a:solidFill>
              </a:rPr>
              <a:t> It standardizes the inputs to a layer by adjusting and scaling them. For a given activation x, it performs:</a:t>
            </a:r>
            <a:endParaRPr sz="1400">
              <a:solidFill>
                <a:srgbClr val="000000"/>
              </a:solidFill>
            </a:endParaRPr>
          </a:p>
          <a:p>
            <a:pPr indent="0" lvl="0" marL="0" rtl="0" algn="l">
              <a:spcBef>
                <a:spcPts val="1200"/>
              </a:spcBef>
              <a:spcAft>
                <a:spcPts val="0"/>
              </a:spcAft>
              <a:buNone/>
            </a:pPr>
            <a:r>
              <a:t/>
            </a:r>
            <a:endParaRPr sz="1400">
              <a:solidFill>
                <a:srgbClr val="000000"/>
              </a:solidFill>
            </a:endParaRPr>
          </a:p>
          <a:p>
            <a:pPr indent="0" lvl="0" marL="0" rtl="0" algn="l">
              <a:spcBef>
                <a:spcPts val="1200"/>
              </a:spcBef>
              <a:spcAft>
                <a:spcPts val="0"/>
              </a:spcAft>
              <a:buNone/>
            </a:pPr>
            <a:r>
              <a:t/>
            </a:r>
            <a:endParaRPr sz="1400">
              <a:solidFill>
                <a:srgbClr val="000000"/>
              </a:solidFill>
            </a:endParaRPr>
          </a:p>
          <a:p>
            <a:pPr indent="0" lvl="0" marL="0" rtl="0" algn="l">
              <a:spcBef>
                <a:spcPts val="1200"/>
              </a:spcBef>
              <a:spcAft>
                <a:spcPts val="0"/>
              </a:spcAft>
              <a:buNone/>
            </a:pPr>
            <a:r>
              <a:t/>
            </a:r>
            <a:endParaRPr sz="1400">
              <a:solidFill>
                <a:srgbClr val="000000"/>
              </a:solidFill>
            </a:endParaRPr>
          </a:p>
          <a:p>
            <a:pPr indent="0" lvl="0" marL="0" rtl="0" algn="l">
              <a:spcBef>
                <a:spcPts val="1200"/>
              </a:spcBef>
              <a:spcAft>
                <a:spcPts val="0"/>
              </a:spcAft>
              <a:buNone/>
            </a:pPr>
            <a:r>
              <a:t/>
            </a:r>
            <a:endParaRPr sz="1400">
              <a:solidFill>
                <a:srgbClr val="000000"/>
              </a:solidFill>
            </a:endParaRPr>
          </a:p>
          <a:p>
            <a:pPr indent="0" lvl="0" marL="0" rtl="0" algn="l">
              <a:spcBef>
                <a:spcPts val="0"/>
              </a:spcBef>
              <a:spcAft>
                <a:spcPts val="0"/>
              </a:spcAft>
              <a:buNone/>
            </a:pPr>
            <a:r>
              <a:rPr lang="en" sz="1400">
                <a:solidFill>
                  <a:srgbClr val="000000"/>
                </a:solidFill>
              </a:rPr>
              <a:t>BN operates using two different mechanisms during its two phases.</a:t>
            </a:r>
            <a:endParaRPr sz="1400">
              <a:solidFill>
                <a:srgbClr val="000000"/>
              </a:solidFill>
            </a:endParaRPr>
          </a:p>
          <a:p>
            <a:pPr indent="-317500" lvl="0" marL="457200" rtl="0" algn="l">
              <a:spcBef>
                <a:spcPts val="0"/>
              </a:spcBef>
              <a:spcAft>
                <a:spcPts val="0"/>
              </a:spcAft>
              <a:buClr>
                <a:srgbClr val="000000"/>
              </a:buClr>
              <a:buSzPts val="1400"/>
              <a:buChar char="●"/>
            </a:pPr>
            <a:r>
              <a:rPr lang="en" sz="1400">
                <a:solidFill>
                  <a:srgbClr val="000000"/>
                </a:solidFill>
              </a:rPr>
              <a:t>Training Phase: Normalization is performed using the mini-batch mean and variance.</a:t>
            </a:r>
            <a:endParaRPr sz="1400">
              <a:solidFill>
                <a:srgbClr val="000000"/>
              </a:solidFill>
            </a:endParaRPr>
          </a:p>
          <a:p>
            <a:pPr indent="-317500" lvl="0" marL="457200" rtl="0" algn="l">
              <a:spcBef>
                <a:spcPts val="0"/>
              </a:spcBef>
              <a:spcAft>
                <a:spcPts val="0"/>
              </a:spcAft>
              <a:buClr>
                <a:srgbClr val="000000"/>
              </a:buClr>
              <a:buSzPts val="1400"/>
              <a:buChar char="●"/>
            </a:pPr>
            <a:r>
              <a:rPr lang="en" sz="1400">
                <a:solidFill>
                  <a:srgbClr val="000000"/>
                </a:solidFill>
              </a:rPr>
              <a:t>Testing Phase: Normalization switches to estimated population statistics that were calculated during training.</a:t>
            </a:r>
            <a:endParaRPr sz="1400">
              <a:solidFill>
                <a:srgbClr val="000000"/>
              </a:solidFill>
            </a:endParaRPr>
          </a:p>
          <a:p>
            <a:pPr indent="0" lvl="0" marL="0" rtl="0" algn="l">
              <a:spcBef>
                <a:spcPts val="1200"/>
              </a:spcBef>
              <a:spcAft>
                <a:spcPts val="0"/>
              </a:spcAft>
              <a:buNone/>
            </a:pPr>
            <a:r>
              <a:t/>
            </a:r>
            <a:endParaRPr sz="1400">
              <a:solidFill>
                <a:srgbClr val="000000"/>
              </a:solidFill>
            </a:endParaRPr>
          </a:p>
          <a:p>
            <a:pPr indent="0" lvl="0" marL="0" rtl="0" algn="l">
              <a:spcBef>
                <a:spcPts val="1200"/>
              </a:spcBef>
              <a:spcAft>
                <a:spcPts val="1200"/>
              </a:spcAft>
              <a:buNone/>
            </a:pPr>
            <a:r>
              <a:t/>
            </a:r>
            <a:endParaRPr sz="1400">
              <a:solidFill>
                <a:srgbClr val="000000"/>
              </a:solidFill>
            </a:endParaRPr>
          </a:p>
        </p:txBody>
      </p:sp>
      <p:pic>
        <p:nvPicPr>
          <p:cNvPr id="288" name="Google Shape;288;p36"/>
          <p:cNvPicPr preferRelativeResize="0"/>
          <p:nvPr/>
        </p:nvPicPr>
        <p:blipFill>
          <a:blip r:embed="rId3">
            <a:alphaModFix/>
          </a:blip>
          <a:stretch>
            <a:fillRect/>
          </a:stretch>
        </p:blipFill>
        <p:spPr>
          <a:xfrm>
            <a:off x="594975" y="1876200"/>
            <a:ext cx="3554305" cy="593750"/>
          </a:xfrm>
          <a:prstGeom prst="rect">
            <a:avLst/>
          </a:prstGeom>
          <a:noFill/>
          <a:ln>
            <a:noFill/>
          </a:ln>
        </p:spPr>
      </p:pic>
      <p:pic>
        <p:nvPicPr>
          <p:cNvPr id="289" name="Google Shape;289;p36"/>
          <p:cNvPicPr preferRelativeResize="0"/>
          <p:nvPr/>
        </p:nvPicPr>
        <p:blipFill>
          <a:blip r:embed="rId4">
            <a:alphaModFix/>
          </a:blip>
          <a:stretch>
            <a:fillRect/>
          </a:stretch>
        </p:blipFill>
        <p:spPr>
          <a:xfrm>
            <a:off x="630638" y="2469950"/>
            <a:ext cx="3482964" cy="485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7"/>
          <p:cNvSpPr txBox="1"/>
          <p:nvPr>
            <p:ph type="title"/>
          </p:nvPr>
        </p:nvSpPr>
        <p:spPr>
          <a:xfrm>
            <a:off x="3145025" y="98425"/>
            <a:ext cx="2415900" cy="6975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600">
                <a:solidFill>
                  <a:srgbClr val="000000"/>
                </a:solidFill>
              </a:rPr>
              <a:t>Problem Statement</a:t>
            </a:r>
            <a:endParaRPr sz="1600">
              <a:solidFill>
                <a:srgbClr val="000000"/>
              </a:solidFill>
            </a:endParaRPr>
          </a:p>
          <a:p>
            <a:pPr indent="0" lvl="0" marL="0" rtl="0" algn="l">
              <a:spcBef>
                <a:spcPts val="400"/>
              </a:spcBef>
              <a:spcAft>
                <a:spcPts val="0"/>
              </a:spcAft>
              <a:buNone/>
            </a:pPr>
            <a:r>
              <a:t/>
            </a:r>
            <a:endParaRPr sz="1600"/>
          </a:p>
        </p:txBody>
      </p:sp>
      <p:sp>
        <p:nvSpPr>
          <p:cNvPr id="295" name="Google Shape;295;p37"/>
          <p:cNvSpPr txBox="1"/>
          <p:nvPr>
            <p:ph idx="1" type="subTitle"/>
          </p:nvPr>
        </p:nvSpPr>
        <p:spPr>
          <a:xfrm>
            <a:off x="482525" y="625675"/>
            <a:ext cx="7740900" cy="358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400">
                <a:solidFill>
                  <a:srgbClr val="000000"/>
                </a:solidFill>
              </a:rPr>
              <a:t>Estimation Shift Magnitude is defined as  the difference between the </a:t>
            </a:r>
            <a:r>
              <a:rPr i="1" lang="en" sz="1400">
                <a:solidFill>
                  <a:srgbClr val="000000"/>
                </a:solidFill>
              </a:rPr>
              <a:t>estimated</a:t>
            </a:r>
            <a:r>
              <a:rPr lang="en" sz="1400">
                <a:solidFill>
                  <a:srgbClr val="000000"/>
                </a:solidFill>
              </a:rPr>
              <a:t> population statistics and the </a:t>
            </a:r>
            <a:r>
              <a:rPr i="1" lang="en" sz="1400">
                <a:solidFill>
                  <a:srgbClr val="000000"/>
                </a:solidFill>
              </a:rPr>
              <a:t>expected </a:t>
            </a:r>
            <a:r>
              <a:rPr lang="en" sz="1400">
                <a:solidFill>
                  <a:srgbClr val="000000"/>
                </a:solidFill>
              </a:rPr>
              <a:t>statistics (the true stats of the test data)</a:t>
            </a:r>
            <a:endParaRPr sz="1400">
              <a:solidFill>
                <a:srgbClr val="000000"/>
              </a:solidFill>
            </a:endParaRPr>
          </a:p>
          <a:p>
            <a:pPr indent="0" lvl="0" marL="0" rtl="0" algn="l">
              <a:spcBef>
                <a:spcPts val="1200"/>
              </a:spcBef>
              <a:spcAft>
                <a:spcPts val="0"/>
              </a:spcAft>
              <a:buNone/>
            </a:pPr>
            <a:r>
              <a:t/>
            </a:r>
            <a:endParaRPr sz="1400">
              <a:solidFill>
                <a:srgbClr val="000000"/>
              </a:solidFill>
            </a:endParaRPr>
          </a:p>
          <a:p>
            <a:pPr indent="0" lvl="0" marL="0" rtl="0" algn="l">
              <a:spcBef>
                <a:spcPts val="1200"/>
              </a:spcBef>
              <a:spcAft>
                <a:spcPts val="0"/>
              </a:spcAft>
              <a:buNone/>
            </a:pPr>
            <a:r>
              <a:t/>
            </a:r>
            <a:endParaRPr sz="1400">
              <a:solidFill>
                <a:srgbClr val="000000"/>
              </a:solidFill>
            </a:endParaRPr>
          </a:p>
          <a:p>
            <a:pPr indent="0" lvl="0" marL="0" rtl="0" algn="l">
              <a:spcBef>
                <a:spcPts val="0"/>
              </a:spcBef>
              <a:spcAft>
                <a:spcPts val="0"/>
              </a:spcAft>
              <a:buNone/>
            </a:pPr>
            <a:r>
              <a:rPr lang="en" sz="1400">
                <a:solidFill>
                  <a:srgbClr val="000000"/>
                </a:solidFill>
              </a:rPr>
              <a:t>The paper's primary observation is that this error accumulates.</a:t>
            </a:r>
            <a:endParaRPr sz="1400">
              <a:solidFill>
                <a:srgbClr val="000000"/>
              </a:solidFill>
            </a:endParaRPr>
          </a:p>
          <a:p>
            <a:pPr indent="0" lvl="0" marL="0" rtl="0" algn="l">
              <a:spcBef>
                <a:spcPts val="0"/>
              </a:spcBef>
              <a:spcAft>
                <a:spcPts val="0"/>
              </a:spcAft>
              <a:buNone/>
            </a:pPr>
            <a:r>
              <a:rPr lang="en" sz="1400">
                <a:solidFill>
                  <a:srgbClr val="000000"/>
                </a:solidFill>
              </a:rPr>
              <a:t>An error in Layer 1 causes a shift, which makes Layer 2's error even worse, and so on.</a:t>
            </a:r>
            <a:endParaRPr sz="1400">
              <a:solidFill>
                <a:srgbClr val="000000"/>
              </a:solidFill>
            </a:endParaRPr>
          </a:p>
          <a:p>
            <a:pPr indent="0" lvl="0" marL="0" rtl="0" algn="l">
              <a:spcBef>
                <a:spcPts val="0"/>
              </a:spcBef>
              <a:spcAft>
                <a:spcPts val="0"/>
              </a:spcAft>
              <a:buNone/>
            </a:pPr>
            <a:r>
              <a:t/>
            </a:r>
            <a:endParaRPr sz="1400">
              <a:solidFill>
                <a:srgbClr val="000000"/>
              </a:solidFill>
            </a:endParaRPr>
          </a:p>
          <a:p>
            <a:pPr indent="0" lvl="0" marL="0" rtl="0" algn="l">
              <a:spcBef>
                <a:spcPts val="0"/>
              </a:spcBef>
              <a:spcAft>
                <a:spcPts val="0"/>
              </a:spcAft>
              <a:buNone/>
            </a:pPr>
            <a:r>
              <a:rPr lang="en" sz="1400">
                <a:solidFill>
                  <a:srgbClr val="000000"/>
                </a:solidFill>
              </a:rPr>
              <a:t>This accumulation of error is the underlying cause of BN's two primary, well-known failures:</a:t>
            </a:r>
            <a:endParaRPr sz="1400">
              <a:solidFill>
                <a:srgbClr val="000000"/>
              </a:solidFill>
            </a:endParaRPr>
          </a:p>
          <a:p>
            <a:pPr indent="0" lvl="0" marL="0" rtl="0" algn="l">
              <a:spcBef>
                <a:spcPts val="0"/>
              </a:spcBef>
              <a:spcAft>
                <a:spcPts val="0"/>
              </a:spcAft>
              <a:buNone/>
            </a:pPr>
            <a:r>
              <a:t/>
            </a:r>
            <a:endParaRPr sz="1400">
              <a:solidFill>
                <a:srgbClr val="000000"/>
              </a:solidFill>
            </a:endParaRPr>
          </a:p>
          <a:p>
            <a:pPr indent="-317500" lvl="0" marL="457200" rtl="0" algn="l">
              <a:spcBef>
                <a:spcPts val="0"/>
              </a:spcBef>
              <a:spcAft>
                <a:spcPts val="0"/>
              </a:spcAft>
              <a:buClr>
                <a:srgbClr val="000000"/>
              </a:buClr>
              <a:buSzPts val="1400"/>
              <a:buChar char="●"/>
            </a:pPr>
            <a:r>
              <a:rPr lang="en" sz="1400">
                <a:solidFill>
                  <a:srgbClr val="000000"/>
                </a:solidFill>
              </a:rPr>
              <a:t>Small-Batch-Size Training: Mini-batch statistics become highly stochastic (random), leading to inaccurate population estimates that compound through the network .</a:t>
            </a:r>
            <a:endParaRPr sz="1400">
              <a:solidFill>
                <a:srgbClr val="000000"/>
              </a:solidFill>
            </a:endParaRPr>
          </a:p>
          <a:p>
            <a:pPr indent="0" lvl="0" marL="457200" rtl="0" algn="l">
              <a:spcBef>
                <a:spcPts val="0"/>
              </a:spcBef>
              <a:spcAft>
                <a:spcPts val="0"/>
              </a:spcAft>
              <a:buNone/>
            </a:pPr>
            <a:r>
              <a:t/>
            </a:r>
            <a:endParaRPr sz="1400">
              <a:solidFill>
                <a:srgbClr val="000000"/>
              </a:solidFill>
            </a:endParaRPr>
          </a:p>
          <a:p>
            <a:pPr indent="-317500" lvl="0" marL="457200" rtl="0" algn="l">
              <a:spcBef>
                <a:spcPts val="0"/>
              </a:spcBef>
              <a:spcAft>
                <a:spcPts val="0"/>
              </a:spcAft>
              <a:buClr>
                <a:srgbClr val="000000"/>
              </a:buClr>
              <a:buSzPts val="1400"/>
              <a:buChar char="●"/>
            </a:pPr>
            <a:r>
              <a:rPr lang="en" sz="1400">
                <a:solidFill>
                  <a:srgbClr val="000000"/>
                </a:solidFill>
              </a:rPr>
              <a:t>Distribution Shift: Population statistics estimated from the training domain do not generalize to the test domain, and the resulting error is amplified layer by layer</a:t>
            </a:r>
            <a:endParaRPr sz="1400">
              <a:solidFill>
                <a:srgbClr val="000000"/>
              </a:solidFill>
            </a:endParaRPr>
          </a:p>
          <a:p>
            <a:pPr indent="0" lvl="0" marL="0" rtl="0" algn="l">
              <a:spcBef>
                <a:spcPts val="1200"/>
              </a:spcBef>
              <a:spcAft>
                <a:spcPts val="0"/>
              </a:spcAft>
              <a:buNone/>
            </a:pPr>
            <a:r>
              <a:t/>
            </a:r>
            <a:endParaRPr sz="1400">
              <a:solidFill>
                <a:srgbClr val="000000"/>
              </a:solidFill>
            </a:endParaRPr>
          </a:p>
          <a:p>
            <a:pPr indent="0" lvl="0" marL="0" rtl="0" algn="l">
              <a:spcBef>
                <a:spcPts val="1200"/>
              </a:spcBef>
              <a:spcAft>
                <a:spcPts val="1200"/>
              </a:spcAft>
              <a:buNone/>
            </a:pPr>
            <a:r>
              <a:t/>
            </a:r>
            <a:endParaRPr sz="1400">
              <a:solidFill>
                <a:srgbClr val="000000"/>
              </a:solidFill>
            </a:endParaRPr>
          </a:p>
        </p:txBody>
      </p:sp>
      <p:pic>
        <p:nvPicPr>
          <p:cNvPr id="296" name="Google Shape;296;p37"/>
          <p:cNvPicPr preferRelativeResize="0"/>
          <p:nvPr/>
        </p:nvPicPr>
        <p:blipFill>
          <a:blip r:embed="rId3">
            <a:alphaModFix/>
          </a:blip>
          <a:stretch>
            <a:fillRect/>
          </a:stretch>
        </p:blipFill>
        <p:spPr>
          <a:xfrm>
            <a:off x="482525" y="1335125"/>
            <a:ext cx="4031500" cy="377950"/>
          </a:xfrm>
          <a:prstGeom prst="rect">
            <a:avLst/>
          </a:prstGeom>
          <a:noFill/>
          <a:ln>
            <a:noFill/>
          </a:ln>
        </p:spPr>
      </p:pic>
      <p:pic>
        <p:nvPicPr>
          <p:cNvPr id="297" name="Google Shape;297;p37"/>
          <p:cNvPicPr preferRelativeResize="0"/>
          <p:nvPr/>
        </p:nvPicPr>
        <p:blipFill>
          <a:blip r:embed="rId4">
            <a:alphaModFix/>
          </a:blip>
          <a:stretch>
            <a:fillRect/>
          </a:stretch>
        </p:blipFill>
        <p:spPr>
          <a:xfrm>
            <a:off x="4514025" y="1307413"/>
            <a:ext cx="1962175" cy="433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38"/>
          <p:cNvPicPr preferRelativeResize="0"/>
          <p:nvPr/>
        </p:nvPicPr>
        <p:blipFill>
          <a:blip r:embed="rId3">
            <a:alphaModFix/>
          </a:blip>
          <a:stretch>
            <a:fillRect/>
          </a:stretch>
        </p:blipFill>
        <p:spPr>
          <a:xfrm>
            <a:off x="152400" y="152400"/>
            <a:ext cx="3616175" cy="2692051"/>
          </a:xfrm>
          <a:prstGeom prst="rect">
            <a:avLst/>
          </a:prstGeom>
          <a:noFill/>
          <a:ln>
            <a:noFill/>
          </a:ln>
        </p:spPr>
      </p:pic>
      <p:pic>
        <p:nvPicPr>
          <p:cNvPr id="303" name="Google Shape;303;p38"/>
          <p:cNvPicPr preferRelativeResize="0"/>
          <p:nvPr/>
        </p:nvPicPr>
        <p:blipFill>
          <a:blip r:embed="rId4">
            <a:alphaModFix/>
          </a:blip>
          <a:stretch>
            <a:fillRect/>
          </a:stretch>
        </p:blipFill>
        <p:spPr>
          <a:xfrm>
            <a:off x="3920975" y="152400"/>
            <a:ext cx="3617119" cy="2692050"/>
          </a:xfrm>
          <a:prstGeom prst="rect">
            <a:avLst/>
          </a:prstGeom>
          <a:noFill/>
          <a:ln>
            <a:noFill/>
          </a:ln>
        </p:spPr>
      </p:pic>
      <p:sp>
        <p:nvSpPr>
          <p:cNvPr id="304" name="Google Shape;304;p38"/>
          <p:cNvSpPr txBox="1"/>
          <p:nvPr/>
        </p:nvSpPr>
        <p:spPr>
          <a:xfrm>
            <a:off x="451091" y="2988200"/>
            <a:ext cx="6849000" cy="244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latin typeface="Commissioner"/>
                <a:ea typeface="Commissioner"/>
                <a:cs typeface="Commissioner"/>
                <a:sym typeface="Commissioner"/>
              </a:rPr>
              <a:t>Figure (a):</a:t>
            </a:r>
            <a:br>
              <a:rPr b="1" lang="en">
                <a:latin typeface="Commissioner"/>
                <a:ea typeface="Commissioner"/>
                <a:cs typeface="Commissioner"/>
                <a:sym typeface="Commissioner"/>
              </a:rPr>
            </a:br>
            <a:r>
              <a:rPr lang="en">
                <a:latin typeface="Commissioner"/>
                <a:ea typeface="Commissioner"/>
                <a:cs typeface="Commissioner"/>
                <a:sym typeface="Commissioner"/>
              </a:rPr>
              <a:t>Shows a clear gap between training and test error, even on the same data. This proves that BN’s population statistics are inaccurately estimated.</a:t>
            </a:r>
            <a:endParaRPr>
              <a:latin typeface="Commissioner"/>
              <a:ea typeface="Commissioner"/>
              <a:cs typeface="Commissioner"/>
              <a:sym typeface="Commissioner"/>
            </a:endParaRPr>
          </a:p>
          <a:p>
            <a:pPr indent="0" lvl="0" marL="0" rtl="0" algn="l">
              <a:lnSpc>
                <a:spcPct val="115000"/>
              </a:lnSpc>
              <a:spcBef>
                <a:spcPts val="1200"/>
              </a:spcBef>
              <a:spcAft>
                <a:spcPts val="0"/>
              </a:spcAft>
              <a:buNone/>
            </a:pPr>
            <a:r>
              <a:rPr b="1" lang="en">
                <a:latin typeface="Commissioner"/>
                <a:ea typeface="Commissioner"/>
                <a:cs typeface="Commissioner"/>
                <a:sym typeface="Commissioner"/>
              </a:rPr>
              <a:t>Figure (b):</a:t>
            </a:r>
            <a:br>
              <a:rPr b="1" lang="en">
                <a:latin typeface="Commissioner"/>
                <a:ea typeface="Commissioner"/>
                <a:cs typeface="Commissioner"/>
                <a:sym typeface="Commissioner"/>
              </a:rPr>
            </a:br>
            <a:r>
              <a:rPr lang="en">
                <a:latin typeface="Commissioner"/>
                <a:ea typeface="Commissioner"/>
                <a:cs typeface="Commissioner"/>
                <a:sym typeface="Commissioner"/>
              </a:rPr>
              <a:t>Shows that ESM grows in deeper layers, especially with small training sets, demonstrating that BN’s estimation error accumulates as it passes through the network.</a:t>
            </a:r>
            <a:endParaRPr>
              <a:latin typeface="Commissioner"/>
              <a:ea typeface="Commissioner"/>
              <a:cs typeface="Commissioner"/>
              <a:sym typeface="Commissioner"/>
            </a:endParaRPr>
          </a:p>
          <a:p>
            <a:pPr indent="0" lvl="0" marL="0" rtl="0" algn="l">
              <a:lnSpc>
                <a:spcPct val="115000"/>
              </a:lnSpc>
              <a:spcBef>
                <a:spcPts val="1200"/>
              </a:spcBef>
              <a:spcAft>
                <a:spcPts val="0"/>
              </a:spcAft>
              <a:buNone/>
            </a:pPr>
            <a:r>
              <a:t/>
            </a:r>
            <a:endParaRPr b="1">
              <a:latin typeface="Commissioner"/>
              <a:ea typeface="Commissioner"/>
              <a:cs typeface="Commissioner"/>
              <a:sym typeface="Commission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9"/>
          <p:cNvSpPr txBox="1"/>
          <p:nvPr/>
        </p:nvSpPr>
        <p:spPr>
          <a:xfrm>
            <a:off x="3167150" y="196841"/>
            <a:ext cx="19917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lang="en" sz="1600">
                <a:latin typeface="Golos Text"/>
                <a:ea typeface="Golos Text"/>
                <a:cs typeface="Golos Text"/>
                <a:sym typeface="Golos Text"/>
              </a:rPr>
              <a:t>Literature Review</a:t>
            </a:r>
            <a:endParaRPr sz="1600">
              <a:latin typeface="Golos Text"/>
              <a:ea typeface="Golos Text"/>
              <a:cs typeface="Golos Text"/>
              <a:sym typeface="Golos Text"/>
            </a:endParaRPr>
          </a:p>
        </p:txBody>
      </p:sp>
      <p:sp>
        <p:nvSpPr>
          <p:cNvPr id="310" name="Google Shape;310;p39"/>
          <p:cNvSpPr txBox="1"/>
          <p:nvPr/>
        </p:nvSpPr>
        <p:spPr>
          <a:xfrm>
            <a:off x="400400" y="896550"/>
            <a:ext cx="7525200" cy="33741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SzPts val="1400"/>
              <a:buFont typeface="Commissioner"/>
              <a:buChar char="●"/>
            </a:pPr>
            <a:r>
              <a:rPr lang="en">
                <a:latin typeface="Commissioner"/>
                <a:ea typeface="Commissioner"/>
                <a:cs typeface="Commissioner"/>
                <a:sym typeface="Commissioner"/>
              </a:rPr>
              <a:t>Previous works identified issues with BN's population statistics , often focusing on the small-batch-size problem by proposing Batch-Free Normalization (BFN) methods like Group Norm (GN).</a:t>
            </a:r>
            <a:endParaRPr>
              <a:latin typeface="Commissioner"/>
              <a:ea typeface="Commissioner"/>
              <a:cs typeface="Commissioner"/>
              <a:sym typeface="Commissioner"/>
            </a:endParaRPr>
          </a:p>
          <a:p>
            <a:pPr indent="-317500" lvl="0" marL="457200" rtl="0" algn="l">
              <a:lnSpc>
                <a:spcPct val="115000"/>
              </a:lnSpc>
              <a:spcBef>
                <a:spcPts val="0"/>
              </a:spcBef>
              <a:spcAft>
                <a:spcPts val="0"/>
              </a:spcAft>
              <a:buSzPts val="1400"/>
              <a:buFont typeface="Commissioner"/>
              <a:buChar char="●"/>
            </a:pPr>
            <a:r>
              <a:rPr lang="en">
                <a:latin typeface="Commissioner"/>
                <a:ea typeface="Commissioner"/>
                <a:cs typeface="Commissioner"/>
                <a:sym typeface="Commissioner"/>
              </a:rPr>
              <a:t>Another line of research focused on correcting statistics during inference, adapting them for domain shifts or corruption robustness.</a:t>
            </a:r>
            <a:endParaRPr>
              <a:latin typeface="Commissioner"/>
              <a:ea typeface="Commissioner"/>
              <a:cs typeface="Commissioner"/>
              <a:sym typeface="Commissioner"/>
            </a:endParaRPr>
          </a:p>
          <a:p>
            <a:pPr indent="-317500" lvl="0" marL="457200" rtl="0" algn="l">
              <a:lnSpc>
                <a:spcPct val="115000"/>
              </a:lnSpc>
              <a:spcBef>
                <a:spcPts val="0"/>
              </a:spcBef>
              <a:spcAft>
                <a:spcPts val="0"/>
              </a:spcAft>
              <a:buSzPts val="1400"/>
              <a:buFont typeface="Commissioner"/>
              <a:buChar char="●"/>
            </a:pPr>
            <a:r>
              <a:rPr lang="en">
                <a:latin typeface="Commissioner"/>
                <a:ea typeface="Commissioner"/>
                <a:cs typeface="Commissioner"/>
                <a:sym typeface="Commissioner"/>
              </a:rPr>
              <a:t>Researchers have also combined BN with other methods, such as Switchable Normalization (SN), but often to learn adaptive weights or style-invariant features.</a:t>
            </a:r>
            <a:endParaRPr>
              <a:latin typeface="Commissioner"/>
              <a:ea typeface="Commissioner"/>
              <a:cs typeface="Commissioner"/>
              <a:sym typeface="Commissioner"/>
            </a:endParaRPr>
          </a:p>
          <a:p>
            <a:pPr indent="-317500" lvl="0" marL="457200" rtl="0" algn="l">
              <a:lnSpc>
                <a:spcPct val="115000"/>
              </a:lnSpc>
              <a:spcBef>
                <a:spcPts val="0"/>
              </a:spcBef>
              <a:spcAft>
                <a:spcPts val="0"/>
              </a:spcAft>
              <a:buSzPts val="1400"/>
              <a:buFont typeface="Commissioner"/>
              <a:buChar char="●"/>
            </a:pPr>
            <a:r>
              <a:rPr lang="en">
                <a:latin typeface="Commissioner"/>
                <a:ea typeface="Commissioner"/>
                <a:cs typeface="Commissioner"/>
                <a:sym typeface="Commissioner"/>
              </a:rPr>
              <a:t>The Unaddressed Gap: The existing literature treated the Estimation Shift as an isolated, per-layer problem. No prior work had systematically investigated its accumulation through a deep stack of BN layers.</a:t>
            </a:r>
            <a:endParaRPr>
              <a:latin typeface="Commissioner"/>
              <a:ea typeface="Commissioner"/>
              <a:cs typeface="Commissioner"/>
              <a:sym typeface="Commissioner"/>
            </a:endParaRPr>
          </a:p>
          <a:p>
            <a:pPr indent="-317500" lvl="0" marL="457200" rtl="0" algn="l">
              <a:lnSpc>
                <a:spcPct val="115000"/>
              </a:lnSpc>
              <a:spcBef>
                <a:spcPts val="0"/>
              </a:spcBef>
              <a:spcAft>
                <a:spcPts val="0"/>
              </a:spcAft>
              <a:buSzPts val="1400"/>
              <a:buFont typeface="Commissioner"/>
              <a:buChar char="●"/>
            </a:pPr>
            <a:r>
              <a:rPr lang="en">
                <a:latin typeface="Commissioner"/>
                <a:ea typeface="Commissioner"/>
                <a:cs typeface="Commissioner"/>
                <a:sym typeface="Commissioner"/>
              </a:rPr>
              <a:t>This Paper's Contribution: This work is the first to identify and provide evidence that the Estimation Shift accumulates, reframing the problem from fixing a single layer to blocking a chain reaction of compounding error.</a:t>
            </a:r>
            <a:endParaRPr>
              <a:latin typeface="Commissioner"/>
              <a:ea typeface="Commissioner"/>
              <a:cs typeface="Commissioner"/>
              <a:sym typeface="Commission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0"/>
          <p:cNvSpPr txBox="1"/>
          <p:nvPr/>
        </p:nvSpPr>
        <p:spPr>
          <a:xfrm>
            <a:off x="2879975" y="82750"/>
            <a:ext cx="25455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lang="en" sz="1600">
                <a:latin typeface="Golos Text"/>
                <a:ea typeface="Golos Text"/>
                <a:cs typeface="Golos Text"/>
                <a:sym typeface="Golos Text"/>
              </a:rPr>
              <a:t>Methodology (Part 1)</a:t>
            </a:r>
            <a:endParaRPr sz="1600">
              <a:latin typeface="Golos Text"/>
              <a:ea typeface="Golos Text"/>
              <a:cs typeface="Golos Text"/>
              <a:sym typeface="Golos Text"/>
            </a:endParaRPr>
          </a:p>
        </p:txBody>
      </p:sp>
      <p:sp>
        <p:nvSpPr>
          <p:cNvPr id="316" name="Google Shape;316;p40"/>
          <p:cNvSpPr txBox="1"/>
          <p:nvPr/>
        </p:nvSpPr>
        <p:spPr>
          <a:xfrm>
            <a:off x="390125" y="498250"/>
            <a:ext cx="7525200" cy="1639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SzPts val="1400"/>
              <a:buFont typeface="Commissioner"/>
              <a:buChar char="●"/>
            </a:pPr>
            <a:r>
              <a:rPr lang="en">
                <a:latin typeface="Commissioner"/>
                <a:ea typeface="Commissioner"/>
                <a:cs typeface="Commissioner"/>
                <a:sym typeface="Commissioner"/>
              </a:rPr>
              <a:t>To solve the accumulation problem, the authors hypothesized that a Batch-Free Normalization (BFN) layer could act as a barrier.</a:t>
            </a:r>
            <a:endParaRPr>
              <a:latin typeface="Commissioner"/>
              <a:ea typeface="Commissioner"/>
              <a:cs typeface="Commissioner"/>
              <a:sym typeface="Commissioner"/>
            </a:endParaRPr>
          </a:p>
          <a:p>
            <a:pPr indent="-317500" lvl="0" marL="457200" rtl="0" algn="l">
              <a:lnSpc>
                <a:spcPct val="115000"/>
              </a:lnSpc>
              <a:spcBef>
                <a:spcPts val="0"/>
              </a:spcBef>
              <a:spcAft>
                <a:spcPts val="0"/>
              </a:spcAft>
              <a:buSzPts val="1400"/>
              <a:buFont typeface="Commissioner"/>
              <a:buChar char="●"/>
            </a:pPr>
            <a:r>
              <a:rPr lang="en">
                <a:latin typeface="Commissioner"/>
                <a:ea typeface="Commissioner"/>
                <a:cs typeface="Commissioner"/>
                <a:sym typeface="Commissioner"/>
              </a:rPr>
              <a:t>A BFN (like Group Norm, or GN) uses consistent operations for training and inference. It has no Estimation Shift, so it can block the chain reaction of compounding error.</a:t>
            </a:r>
            <a:endParaRPr>
              <a:latin typeface="Commissioner"/>
              <a:ea typeface="Commissioner"/>
              <a:cs typeface="Commissioner"/>
              <a:sym typeface="Commissioner"/>
            </a:endParaRPr>
          </a:p>
          <a:p>
            <a:pPr indent="-317500" lvl="0" marL="457200" rtl="0" algn="l">
              <a:lnSpc>
                <a:spcPct val="115000"/>
              </a:lnSpc>
              <a:spcBef>
                <a:spcPts val="0"/>
              </a:spcBef>
              <a:spcAft>
                <a:spcPts val="0"/>
              </a:spcAft>
              <a:buSzPts val="1400"/>
              <a:buFont typeface="Commissioner"/>
              <a:buChar char="●"/>
            </a:pPr>
            <a:r>
              <a:rPr lang="en">
                <a:latin typeface="Commissioner"/>
                <a:ea typeface="Commissioner"/>
                <a:cs typeface="Commissioner"/>
                <a:sym typeface="Commissioner"/>
              </a:rPr>
              <a:t>The authors created a GNBN network, replacing the BN layers in odd-numbered layers with GN to interrupt the error propagation</a:t>
            </a:r>
            <a:endParaRPr>
              <a:latin typeface="Commissioner"/>
              <a:ea typeface="Commissioner"/>
              <a:cs typeface="Commissioner"/>
              <a:sym typeface="Commissioner"/>
            </a:endParaRPr>
          </a:p>
        </p:txBody>
      </p:sp>
      <p:pic>
        <p:nvPicPr>
          <p:cNvPr id="317" name="Google Shape;317;p40"/>
          <p:cNvPicPr preferRelativeResize="0"/>
          <p:nvPr/>
        </p:nvPicPr>
        <p:blipFill>
          <a:blip r:embed="rId3">
            <a:alphaModFix/>
          </a:blip>
          <a:stretch>
            <a:fillRect/>
          </a:stretch>
        </p:blipFill>
        <p:spPr>
          <a:xfrm>
            <a:off x="1668575" y="2374984"/>
            <a:ext cx="4968275" cy="229560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1"/>
          <p:cNvSpPr txBox="1"/>
          <p:nvPr/>
        </p:nvSpPr>
        <p:spPr>
          <a:xfrm>
            <a:off x="2697650" y="153650"/>
            <a:ext cx="32571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600">
                <a:latin typeface="Golos Text"/>
                <a:ea typeface="Golos Text"/>
                <a:cs typeface="Golos Text"/>
                <a:sym typeface="Golos Text"/>
              </a:rPr>
              <a:t>Results</a:t>
            </a:r>
            <a:r>
              <a:rPr lang="en" sz="1600">
                <a:latin typeface="Golos Text"/>
                <a:ea typeface="Golos Text"/>
                <a:cs typeface="Golos Text"/>
                <a:sym typeface="Golos Text"/>
              </a:rPr>
              <a:t> From Methodology  1</a:t>
            </a:r>
            <a:endParaRPr sz="1600">
              <a:latin typeface="Golos Text"/>
              <a:ea typeface="Golos Text"/>
              <a:cs typeface="Golos Text"/>
              <a:sym typeface="Golos Text"/>
            </a:endParaRPr>
          </a:p>
        </p:txBody>
      </p:sp>
      <p:pic>
        <p:nvPicPr>
          <p:cNvPr id="323" name="Google Shape;323;p41"/>
          <p:cNvPicPr preferRelativeResize="0"/>
          <p:nvPr/>
        </p:nvPicPr>
        <p:blipFill>
          <a:blip r:embed="rId3">
            <a:alphaModFix/>
          </a:blip>
          <a:stretch>
            <a:fillRect/>
          </a:stretch>
        </p:blipFill>
        <p:spPr>
          <a:xfrm>
            <a:off x="727775" y="764525"/>
            <a:ext cx="3113159" cy="2234149"/>
          </a:xfrm>
          <a:prstGeom prst="rect">
            <a:avLst/>
          </a:prstGeom>
          <a:noFill/>
          <a:ln>
            <a:noFill/>
          </a:ln>
        </p:spPr>
      </p:pic>
      <p:pic>
        <p:nvPicPr>
          <p:cNvPr id="324" name="Google Shape;324;p41"/>
          <p:cNvPicPr preferRelativeResize="0"/>
          <p:nvPr/>
        </p:nvPicPr>
        <p:blipFill>
          <a:blip r:embed="rId4">
            <a:alphaModFix/>
          </a:blip>
          <a:stretch>
            <a:fillRect/>
          </a:stretch>
        </p:blipFill>
        <p:spPr>
          <a:xfrm>
            <a:off x="4506234" y="764525"/>
            <a:ext cx="2868539" cy="2234151"/>
          </a:xfrm>
          <a:prstGeom prst="rect">
            <a:avLst/>
          </a:prstGeom>
          <a:noFill/>
          <a:ln>
            <a:noFill/>
          </a:ln>
        </p:spPr>
      </p:pic>
      <p:sp>
        <p:nvSpPr>
          <p:cNvPr id="325" name="Google Shape;325;p41"/>
          <p:cNvSpPr txBox="1"/>
          <p:nvPr/>
        </p:nvSpPr>
        <p:spPr>
          <a:xfrm>
            <a:off x="1637750" y="3101100"/>
            <a:ext cx="5376900" cy="171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00">
                <a:latin typeface="Commissioner"/>
                <a:ea typeface="Commissioner"/>
                <a:cs typeface="Commissioner"/>
                <a:sym typeface="Commissioner"/>
              </a:rPr>
              <a:t>Figure (a): Validation of Error Blocking.</a:t>
            </a:r>
            <a:r>
              <a:rPr lang="en" sz="1100">
                <a:latin typeface="Commissioner"/>
                <a:ea typeface="Commissioner"/>
                <a:cs typeface="Commissioner"/>
                <a:sym typeface="Commissioner"/>
              </a:rPr>
              <a:t> The contrast between the rising ESM in the standard BN network (solid lines) and the flat ESM in the GNBN network (dashed lines) </a:t>
            </a:r>
            <a:r>
              <a:rPr lang="en" sz="1100">
                <a:latin typeface="Commissioner"/>
                <a:ea typeface="Commissioner"/>
                <a:cs typeface="Commissioner"/>
                <a:sym typeface="Commissioner"/>
              </a:rPr>
              <a:t>empirically proves that the blocking mechanism effectively reduces the accumulation of estimation shift.</a:t>
            </a:r>
            <a:endParaRPr sz="1100">
              <a:latin typeface="Commissioner"/>
              <a:ea typeface="Commissioner"/>
              <a:cs typeface="Commissioner"/>
              <a:sym typeface="Commissioner"/>
            </a:endParaRPr>
          </a:p>
          <a:p>
            <a:pPr indent="0" lvl="0" marL="0" rtl="0" algn="l">
              <a:lnSpc>
                <a:spcPct val="115000"/>
              </a:lnSpc>
              <a:spcBef>
                <a:spcPts val="0"/>
              </a:spcBef>
              <a:spcAft>
                <a:spcPts val="0"/>
              </a:spcAft>
              <a:buNone/>
            </a:pPr>
            <a:r>
              <a:rPr b="1" lang="en" sz="1100">
                <a:latin typeface="Commissioner"/>
                <a:ea typeface="Commissioner"/>
                <a:cs typeface="Commissioner"/>
                <a:sym typeface="Commissioner"/>
              </a:rPr>
              <a:t>Figure (b): Uniformity Across Depth.</a:t>
            </a:r>
            <a:r>
              <a:rPr lang="en" sz="1100">
                <a:latin typeface="Commissioner"/>
                <a:ea typeface="Commissioner"/>
                <a:cs typeface="Commissioner"/>
                <a:sym typeface="Commissioner"/>
              </a:rPr>
              <a:t> The overlapping ESM trajectories for widely separated layers (Layer 4 to Layer 20) demonstrate that the error is contained locally, </a:t>
            </a:r>
            <a:r>
              <a:rPr lang="en" sz="1100">
                <a:latin typeface="Commissioner"/>
                <a:ea typeface="Commissioner"/>
                <a:cs typeface="Commissioner"/>
                <a:sym typeface="Commissioner"/>
              </a:rPr>
              <a:t>preventing the rapid buildup of error in deeper layers</a:t>
            </a:r>
            <a:r>
              <a:rPr lang="en" sz="1100">
                <a:latin typeface="Commissioner"/>
                <a:ea typeface="Commissioner"/>
                <a:cs typeface="Commissioner"/>
                <a:sym typeface="Commissioner"/>
              </a:rPr>
              <a:t> .</a:t>
            </a:r>
            <a:endParaRPr sz="1100">
              <a:latin typeface="Commissioner"/>
              <a:ea typeface="Commissioner"/>
              <a:cs typeface="Commissioner"/>
              <a:sym typeface="Commissioner"/>
            </a:endParaRPr>
          </a:p>
          <a:p>
            <a:pPr indent="0" lvl="0" marL="0" rtl="0" algn="l">
              <a:lnSpc>
                <a:spcPct val="115000"/>
              </a:lnSpc>
              <a:spcBef>
                <a:spcPts val="0"/>
              </a:spcBef>
              <a:spcAft>
                <a:spcPts val="0"/>
              </a:spcAft>
              <a:buNone/>
            </a:pPr>
            <a:r>
              <a:t/>
            </a:r>
            <a:endParaRPr sz="1100">
              <a:latin typeface="Commissioner"/>
              <a:ea typeface="Commissioner"/>
              <a:cs typeface="Commissioner"/>
              <a:sym typeface="Commission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2"/>
          <p:cNvSpPr txBox="1"/>
          <p:nvPr/>
        </p:nvSpPr>
        <p:spPr>
          <a:xfrm>
            <a:off x="2879975" y="82750"/>
            <a:ext cx="25455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lang="en" sz="1600">
                <a:latin typeface="Golos Text"/>
                <a:ea typeface="Golos Text"/>
                <a:cs typeface="Golos Text"/>
                <a:sym typeface="Golos Text"/>
              </a:rPr>
              <a:t>Methodology</a:t>
            </a:r>
            <a:r>
              <a:rPr lang="en" sz="1600">
                <a:latin typeface="Golos Text"/>
                <a:ea typeface="Golos Text"/>
                <a:cs typeface="Golos Text"/>
                <a:sym typeface="Golos Text"/>
              </a:rPr>
              <a:t> (Part 2)</a:t>
            </a:r>
            <a:endParaRPr sz="1600">
              <a:latin typeface="Golos Text"/>
              <a:ea typeface="Golos Text"/>
              <a:cs typeface="Golos Text"/>
              <a:sym typeface="Golos Text"/>
            </a:endParaRPr>
          </a:p>
        </p:txBody>
      </p:sp>
      <p:sp>
        <p:nvSpPr>
          <p:cNvPr id="331" name="Google Shape;331;p42"/>
          <p:cNvSpPr txBox="1"/>
          <p:nvPr/>
        </p:nvSpPr>
        <p:spPr>
          <a:xfrm>
            <a:off x="390125" y="795275"/>
            <a:ext cx="7525200" cy="2878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SzPts val="1400"/>
              <a:buFont typeface="Commissioner"/>
              <a:buChar char="●"/>
            </a:pPr>
            <a:r>
              <a:rPr lang="en">
                <a:latin typeface="Commissioner"/>
                <a:ea typeface="Commissioner"/>
                <a:cs typeface="Commissioner"/>
                <a:sym typeface="Commissioner"/>
              </a:rPr>
              <a:t>The Design (XBNBlock):</a:t>
            </a:r>
            <a:endParaRPr>
              <a:latin typeface="Commissioner"/>
              <a:ea typeface="Commissioner"/>
              <a:cs typeface="Commissioner"/>
              <a:sym typeface="Commissioner"/>
            </a:endParaRPr>
          </a:p>
          <a:p>
            <a:pPr indent="-317500" lvl="1" marL="914400" rtl="0" algn="l">
              <a:lnSpc>
                <a:spcPct val="115000"/>
              </a:lnSpc>
              <a:spcBef>
                <a:spcPts val="0"/>
              </a:spcBef>
              <a:spcAft>
                <a:spcPts val="0"/>
              </a:spcAft>
              <a:buSzPts val="1400"/>
              <a:buFont typeface="Commissioner"/>
              <a:buChar char="○"/>
            </a:pPr>
            <a:r>
              <a:rPr lang="en">
                <a:latin typeface="Commissioner"/>
                <a:ea typeface="Commissioner"/>
                <a:cs typeface="Commissioner"/>
                <a:sym typeface="Commissioner"/>
              </a:rPr>
              <a:t>Instead of replacing every BN layer, which hurts performance as derived from experiments in paper, the authors propose a hybrid approach .</a:t>
            </a:r>
            <a:endParaRPr>
              <a:latin typeface="Commissioner"/>
              <a:ea typeface="Commissioner"/>
              <a:cs typeface="Commissioner"/>
              <a:sym typeface="Commissioner"/>
            </a:endParaRPr>
          </a:p>
          <a:p>
            <a:pPr indent="-317500" lvl="1" marL="914400" rtl="0" algn="l">
              <a:lnSpc>
                <a:spcPct val="115000"/>
              </a:lnSpc>
              <a:spcBef>
                <a:spcPts val="0"/>
              </a:spcBef>
              <a:spcAft>
                <a:spcPts val="0"/>
              </a:spcAft>
              <a:buSzPts val="1400"/>
              <a:buChar char="○"/>
            </a:pPr>
            <a:r>
              <a:rPr lang="en">
                <a:latin typeface="Commissioner"/>
                <a:ea typeface="Commissioner"/>
                <a:cs typeface="Commissioner"/>
                <a:sym typeface="Commissioner"/>
              </a:rPr>
              <a:t>They modify the standard Residual Bottleneck Block by replacing just one BN layer with a Batch-Free </a:t>
            </a:r>
            <a:r>
              <a:rPr lang="en">
                <a:latin typeface="Commissioner"/>
                <a:ea typeface="Commissioner"/>
                <a:cs typeface="Commissioner"/>
                <a:sym typeface="Commissioner"/>
              </a:rPr>
              <a:t>Normalization</a:t>
            </a:r>
            <a:r>
              <a:rPr lang="en">
                <a:latin typeface="Commissioner"/>
                <a:ea typeface="Commissioner"/>
                <a:cs typeface="Commissioner"/>
                <a:sym typeface="Commissioner"/>
              </a:rPr>
              <a:t> (BFN) layer .</a:t>
            </a:r>
            <a:endParaRPr>
              <a:latin typeface="Commissioner"/>
              <a:ea typeface="Commissioner"/>
              <a:cs typeface="Commissioner"/>
              <a:sym typeface="Commissioner"/>
            </a:endParaRPr>
          </a:p>
          <a:p>
            <a:pPr indent="-317500" lvl="0" marL="457200" rtl="0" algn="l">
              <a:lnSpc>
                <a:spcPct val="115000"/>
              </a:lnSpc>
              <a:spcBef>
                <a:spcPts val="0"/>
              </a:spcBef>
              <a:spcAft>
                <a:spcPts val="0"/>
              </a:spcAft>
              <a:buSzPts val="1400"/>
              <a:buFont typeface="Commissioner"/>
              <a:buChar char="●"/>
            </a:pPr>
            <a:r>
              <a:rPr lang="en">
                <a:latin typeface="Commissioner"/>
                <a:ea typeface="Commissioner"/>
                <a:cs typeface="Commissioner"/>
                <a:sym typeface="Commissioner"/>
              </a:rPr>
              <a:t>Design Choices:</a:t>
            </a:r>
            <a:endParaRPr>
              <a:latin typeface="Commissioner"/>
              <a:ea typeface="Commissioner"/>
              <a:cs typeface="Commissioner"/>
              <a:sym typeface="Commissioner"/>
            </a:endParaRPr>
          </a:p>
          <a:p>
            <a:pPr indent="-317500" lvl="1" marL="914400" rtl="0" algn="l">
              <a:lnSpc>
                <a:spcPct val="115000"/>
              </a:lnSpc>
              <a:spcBef>
                <a:spcPts val="0"/>
              </a:spcBef>
              <a:spcAft>
                <a:spcPts val="0"/>
              </a:spcAft>
              <a:buSzPts val="1400"/>
              <a:buChar char="○"/>
            </a:pPr>
            <a:r>
              <a:rPr lang="en">
                <a:latin typeface="Commissioner"/>
                <a:ea typeface="Commissioner"/>
                <a:cs typeface="Commissioner"/>
                <a:sym typeface="Commissioner"/>
              </a:rPr>
              <a:t>They selected Group Norm (GN) because it is flexible and stable.</a:t>
            </a:r>
            <a:endParaRPr>
              <a:latin typeface="Commissioner"/>
              <a:ea typeface="Commissioner"/>
              <a:cs typeface="Commissioner"/>
              <a:sym typeface="Commissioner"/>
            </a:endParaRPr>
          </a:p>
          <a:p>
            <a:pPr indent="-317500" lvl="1" marL="914400" rtl="0" algn="l">
              <a:lnSpc>
                <a:spcPct val="115000"/>
              </a:lnSpc>
              <a:spcBef>
                <a:spcPts val="0"/>
              </a:spcBef>
              <a:spcAft>
                <a:spcPts val="0"/>
              </a:spcAft>
              <a:buSzPts val="1400"/>
              <a:buChar char="○"/>
            </a:pPr>
            <a:r>
              <a:rPr lang="en">
                <a:latin typeface="Commissioner"/>
                <a:ea typeface="Commissioner"/>
                <a:cs typeface="Commissioner"/>
                <a:sym typeface="Commissioner"/>
              </a:rPr>
              <a:t>They tested replacing the 1st, 2nd, or 3rd BN layer. The 2nd position (P2) performed the best.</a:t>
            </a:r>
            <a:endParaRPr>
              <a:latin typeface="Commissioner"/>
              <a:ea typeface="Commissioner"/>
              <a:cs typeface="Commissioner"/>
              <a:sym typeface="Commissioner"/>
            </a:endParaRPr>
          </a:p>
          <a:p>
            <a:pPr indent="-317500" lvl="1" marL="914400" rtl="0" algn="l">
              <a:lnSpc>
                <a:spcPct val="115000"/>
              </a:lnSpc>
              <a:spcBef>
                <a:spcPts val="0"/>
              </a:spcBef>
              <a:spcAft>
                <a:spcPts val="0"/>
              </a:spcAft>
              <a:buSzPts val="1400"/>
              <a:buChar char="○"/>
            </a:pPr>
            <a:r>
              <a:rPr lang="en">
                <a:latin typeface="Commissioner"/>
                <a:ea typeface="Commissioner"/>
                <a:cs typeface="Commissioner"/>
                <a:sym typeface="Commissioner"/>
              </a:rPr>
              <a:t>Result: The final XBNBlock-P2 keeps the training speed of BN while using the GN layer in the middle to block error accumulation.</a:t>
            </a:r>
            <a:endParaRPr>
              <a:latin typeface="Commissioner"/>
              <a:ea typeface="Commissioner"/>
              <a:cs typeface="Commissioner"/>
              <a:sym typeface="Commission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3"/>
          <p:cNvSpPr txBox="1"/>
          <p:nvPr/>
        </p:nvSpPr>
        <p:spPr>
          <a:xfrm>
            <a:off x="2879975" y="82750"/>
            <a:ext cx="25455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t/>
            </a:r>
            <a:endParaRPr sz="1500">
              <a:latin typeface="Golos Text"/>
              <a:ea typeface="Golos Text"/>
              <a:cs typeface="Golos Text"/>
              <a:sym typeface="Golos Text"/>
            </a:endParaRPr>
          </a:p>
        </p:txBody>
      </p:sp>
      <p:pic>
        <p:nvPicPr>
          <p:cNvPr id="337" name="Google Shape;337;p43"/>
          <p:cNvPicPr preferRelativeResize="0"/>
          <p:nvPr/>
        </p:nvPicPr>
        <p:blipFill>
          <a:blip r:embed="rId3">
            <a:alphaModFix/>
          </a:blip>
          <a:stretch>
            <a:fillRect/>
          </a:stretch>
        </p:blipFill>
        <p:spPr>
          <a:xfrm>
            <a:off x="2305987" y="430150"/>
            <a:ext cx="3693476" cy="2550275"/>
          </a:xfrm>
          <a:prstGeom prst="rect">
            <a:avLst/>
          </a:prstGeom>
          <a:noFill/>
          <a:ln>
            <a:noFill/>
          </a:ln>
        </p:spPr>
      </p:pic>
      <p:sp>
        <p:nvSpPr>
          <p:cNvPr id="338" name="Google Shape;338;p43"/>
          <p:cNvSpPr txBox="1"/>
          <p:nvPr/>
        </p:nvSpPr>
        <p:spPr>
          <a:xfrm>
            <a:off x="1046175" y="3400350"/>
            <a:ext cx="6032400" cy="11436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SzPts val="1400"/>
              <a:buFont typeface="Commissioner"/>
              <a:buChar char="●"/>
            </a:pPr>
            <a:r>
              <a:rPr lang="en">
                <a:latin typeface="Commissioner"/>
                <a:ea typeface="Commissioner"/>
                <a:cs typeface="Commissioner"/>
                <a:sym typeface="Commissioner"/>
              </a:rPr>
              <a:t>Left (6a): The original Bottleneck block with 3 BN layers (blue).</a:t>
            </a:r>
            <a:endParaRPr>
              <a:latin typeface="Commissioner"/>
              <a:ea typeface="Commissioner"/>
              <a:cs typeface="Commissioner"/>
              <a:sym typeface="Commissioner"/>
            </a:endParaRPr>
          </a:p>
          <a:p>
            <a:pPr indent="-317500" lvl="0" marL="457200" rtl="0" algn="l">
              <a:lnSpc>
                <a:spcPct val="115000"/>
              </a:lnSpc>
              <a:spcBef>
                <a:spcPts val="0"/>
              </a:spcBef>
              <a:spcAft>
                <a:spcPts val="0"/>
              </a:spcAft>
              <a:buSzPts val="1400"/>
              <a:buFont typeface="Commissioner"/>
              <a:buChar char="●"/>
            </a:pPr>
            <a:r>
              <a:rPr lang="en">
                <a:latin typeface="Commissioner"/>
                <a:ea typeface="Commissioner"/>
                <a:cs typeface="Commissioner"/>
                <a:sym typeface="Commissioner"/>
              </a:rPr>
              <a:t>Right (6b): The proposed XBNBlock-P2. The middle BN is replaced by a BFN (blue) layer. </a:t>
            </a:r>
            <a:r>
              <a:rPr lang="en">
                <a:latin typeface="Commissioner"/>
                <a:ea typeface="Commissioner"/>
                <a:cs typeface="Commissioner"/>
                <a:sym typeface="Commissioner"/>
              </a:rPr>
              <a:t>This single layer acts as the accumulation barrier for the block.</a:t>
            </a:r>
            <a:endParaRPr>
              <a:latin typeface="Commissioner"/>
              <a:ea typeface="Commissioner"/>
              <a:cs typeface="Commissioner"/>
              <a:sym typeface="Commission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4"/>
          <p:cNvSpPr txBox="1"/>
          <p:nvPr/>
        </p:nvSpPr>
        <p:spPr>
          <a:xfrm>
            <a:off x="2879975" y="82750"/>
            <a:ext cx="25455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t/>
            </a:r>
            <a:endParaRPr sz="1500">
              <a:latin typeface="Golos Text"/>
              <a:ea typeface="Golos Text"/>
              <a:cs typeface="Golos Text"/>
              <a:sym typeface="Golos Text"/>
            </a:endParaRPr>
          </a:p>
        </p:txBody>
      </p:sp>
      <p:sp>
        <p:nvSpPr>
          <p:cNvPr id="344" name="Google Shape;344;p44"/>
          <p:cNvSpPr txBox="1"/>
          <p:nvPr/>
        </p:nvSpPr>
        <p:spPr>
          <a:xfrm>
            <a:off x="1806450" y="144200"/>
            <a:ext cx="5531100" cy="85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n" sz="1500">
                <a:latin typeface="Golos Text"/>
                <a:ea typeface="Golos Text"/>
                <a:cs typeface="Golos Text"/>
                <a:sym typeface="Golos Text"/>
              </a:rPr>
              <a:t>Experimental Setup: Datasets &amp; Architectures</a:t>
            </a:r>
            <a:endParaRPr sz="1500">
              <a:latin typeface="Golos Text"/>
              <a:ea typeface="Golos Text"/>
              <a:cs typeface="Golos Text"/>
              <a:sym typeface="Golos Text"/>
            </a:endParaRPr>
          </a:p>
          <a:p>
            <a:pPr indent="0" lvl="0" marL="914400" rtl="0" algn="l">
              <a:lnSpc>
                <a:spcPct val="115000"/>
              </a:lnSpc>
              <a:spcBef>
                <a:spcPts val="1200"/>
              </a:spcBef>
              <a:spcAft>
                <a:spcPts val="1200"/>
              </a:spcAft>
              <a:buNone/>
            </a:pPr>
            <a:r>
              <a:t/>
            </a:r>
            <a:endParaRPr sz="1600">
              <a:latin typeface="Golos Text"/>
              <a:ea typeface="Golos Text"/>
              <a:cs typeface="Golos Text"/>
              <a:sym typeface="Golos Text"/>
            </a:endParaRPr>
          </a:p>
        </p:txBody>
      </p:sp>
      <p:sp>
        <p:nvSpPr>
          <p:cNvPr id="345" name="Google Shape;345;p44"/>
          <p:cNvSpPr txBox="1"/>
          <p:nvPr/>
        </p:nvSpPr>
        <p:spPr>
          <a:xfrm>
            <a:off x="554400" y="781225"/>
            <a:ext cx="7392000" cy="36219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SzPts val="1400"/>
              <a:buFont typeface="Commissioner"/>
              <a:buChar char="●"/>
            </a:pPr>
            <a:r>
              <a:rPr lang="en">
                <a:latin typeface="Commissioner"/>
                <a:ea typeface="Commissioner"/>
                <a:cs typeface="Commissioner"/>
                <a:sym typeface="Commissioner"/>
              </a:rPr>
              <a:t>ImageNet Classification Benchmark: Experiments were conducted on the standard ImageNet dataset (1.000 classes), utilizing 1.28 million training images and 50,000 validation images .</a:t>
            </a:r>
            <a:endParaRPr>
              <a:latin typeface="Commissioner"/>
              <a:ea typeface="Commissioner"/>
              <a:cs typeface="Commissioner"/>
              <a:sym typeface="Commissioner"/>
            </a:endParaRPr>
          </a:p>
          <a:p>
            <a:pPr indent="-317500" lvl="0" marL="457200" rtl="0" algn="l">
              <a:lnSpc>
                <a:spcPct val="115000"/>
              </a:lnSpc>
              <a:spcBef>
                <a:spcPts val="0"/>
              </a:spcBef>
              <a:spcAft>
                <a:spcPts val="0"/>
              </a:spcAft>
              <a:buSzPts val="1400"/>
              <a:buFont typeface="Commissioner"/>
              <a:buChar char="●"/>
            </a:pPr>
            <a:r>
              <a:rPr lang="en">
                <a:latin typeface="Commissioner"/>
                <a:ea typeface="Commissioner"/>
                <a:cs typeface="Commissioner"/>
                <a:sym typeface="Commissioner"/>
              </a:rPr>
              <a:t>Classification Architectures: The XBNBlock was evaluated across widely used deep architectures, including ResNet-50, ResNet-101, ResNeXt-50, and ResNeXt-101, to demonstrate consistent scalability.</a:t>
            </a:r>
            <a:endParaRPr>
              <a:latin typeface="Commissioner"/>
              <a:ea typeface="Commissioner"/>
              <a:cs typeface="Commissioner"/>
              <a:sym typeface="Commissioner"/>
            </a:endParaRPr>
          </a:p>
          <a:p>
            <a:pPr indent="-317500" lvl="0" marL="457200" rtl="0" algn="l">
              <a:lnSpc>
                <a:spcPct val="115000"/>
              </a:lnSpc>
              <a:spcBef>
                <a:spcPts val="0"/>
              </a:spcBef>
              <a:spcAft>
                <a:spcPts val="0"/>
              </a:spcAft>
              <a:buSzPts val="1400"/>
              <a:buFont typeface="Commissioner"/>
              <a:buChar char="●"/>
            </a:pPr>
            <a:r>
              <a:rPr lang="en">
                <a:latin typeface="Commissioner"/>
                <a:ea typeface="Commissioner"/>
                <a:cs typeface="Commissioner"/>
                <a:sym typeface="Commissioner"/>
              </a:rPr>
              <a:t>COCO Detection &amp; Segmentation: To validate generalization beyond classification, experiments were extended to the Microsoft COCO benchmark (train2017/val2017 splits) .</a:t>
            </a:r>
            <a:endParaRPr>
              <a:latin typeface="Commissioner"/>
              <a:ea typeface="Commissioner"/>
              <a:cs typeface="Commissioner"/>
              <a:sym typeface="Commissioner"/>
            </a:endParaRPr>
          </a:p>
          <a:p>
            <a:pPr indent="-317500" lvl="0" marL="457200" rtl="0" algn="l">
              <a:lnSpc>
                <a:spcPct val="115000"/>
              </a:lnSpc>
              <a:spcBef>
                <a:spcPts val="0"/>
              </a:spcBef>
              <a:spcAft>
                <a:spcPts val="0"/>
              </a:spcAft>
              <a:buSzPts val="1400"/>
              <a:buFont typeface="Commissioner"/>
              <a:buChar char="●"/>
            </a:pPr>
            <a:r>
              <a:rPr lang="en">
                <a:latin typeface="Commissioner"/>
                <a:ea typeface="Commissioner"/>
                <a:cs typeface="Commissioner"/>
                <a:sym typeface="Commissioner"/>
              </a:rPr>
              <a:t>Detection Frameworks: The method was integrated into standard object detection pipelines, specifically Faster R-CNN(for bounding box detection) and Mask R-CNN (for instance segmentation).</a:t>
            </a:r>
            <a:endParaRPr>
              <a:latin typeface="Commissioner"/>
              <a:ea typeface="Commissioner"/>
              <a:cs typeface="Commissioner"/>
              <a:sym typeface="Commissioner"/>
            </a:endParaRPr>
          </a:p>
          <a:p>
            <a:pPr indent="-317500" lvl="0" marL="457200" rtl="0" algn="l">
              <a:lnSpc>
                <a:spcPct val="115000"/>
              </a:lnSpc>
              <a:spcBef>
                <a:spcPts val="0"/>
              </a:spcBef>
              <a:spcAft>
                <a:spcPts val="0"/>
              </a:spcAft>
              <a:buSzPts val="1400"/>
              <a:buFont typeface="Commissioner"/>
              <a:buChar char="●"/>
            </a:pPr>
            <a:r>
              <a:rPr lang="en">
                <a:latin typeface="Commissioner"/>
                <a:ea typeface="Commissioner"/>
                <a:cs typeface="Commissioner"/>
                <a:sym typeface="Commissioner"/>
              </a:rPr>
              <a:t>Training Protocol: All models adhered to standard training protocols (SGD, Momentum 0.9) to ensure fair comparisons against the baselines.</a:t>
            </a:r>
            <a:endParaRPr>
              <a:latin typeface="Commissioner"/>
              <a:ea typeface="Commissioner"/>
              <a:cs typeface="Commissioner"/>
              <a:sym typeface="Commission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5"/>
          <p:cNvSpPr txBox="1"/>
          <p:nvPr/>
        </p:nvSpPr>
        <p:spPr>
          <a:xfrm>
            <a:off x="3365075" y="0"/>
            <a:ext cx="20325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lang="en" sz="1600">
                <a:latin typeface="Golos Text"/>
                <a:ea typeface="Golos Text"/>
                <a:cs typeface="Golos Text"/>
                <a:sym typeface="Golos Text"/>
              </a:rPr>
              <a:t>Results (Part 1)</a:t>
            </a:r>
            <a:endParaRPr sz="1600">
              <a:latin typeface="Golos Text"/>
              <a:ea typeface="Golos Text"/>
              <a:cs typeface="Golos Text"/>
              <a:sym typeface="Golos Text"/>
            </a:endParaRPr>
          </a:p>
        </p:txBody>
      </p:sp>
      <p:sp>
        <p:nvSpPr>
          <p:cNvPr id="351" name="Google Shape;351;p45"/>
          <p:cNvSpPr txBox="1"/>
          <p:nvPr/>
        </p:nvSpPr>
        <p:spPr>
          <a:xfrm>
            <a:off x="390125" y="400200"/>
            <a:ext cx="7525200" cy="28398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1200"/>
              </a:spcBef>
              <a:spcAft>
                <a:spcPts val="0"/>
              </a:spcAft>
              <a:buSzPts val="1300"/>
              <a:buFont typeface="Commissioner"/>
              <a:buChar char="●"/>
            </a:pPr>
            <a:r>
              <a:rPr lang="en" sz="1300">
                <a:latin typeface="Commissioner"/>
                <a:ea typeface="Commissioner"/>
                <a:cs typeface="Commissioner"/>
                <a:sym typeface="Commissioner"/>
              </a:rPr>
              <a:t>The Stress Test Experiment:</a:t>
            </a:r>
            <a:endParaRPr sz="1300">
              <a:latin typeface="Commissioner"/>
              <a:ea typeface="Commissioner"/>
              <a:cs typeface="Commissioner"/>
              <a:sym typeface="Commissioner"/>
            </a:endParaRPr>
          </a:p>
          <a:p>
            <a:pPr indent="-311150" lvl="1" marL="914400" rtl="0" algn="l">
              <a:lnSpc>
                <a:spcPct val="115000"/>
              </a:lnSpc>
              <a:spcBef>
                <a:spcPts val="0"/>
              </a:spcBef>
              <a:spcAft>
                <a:spcPts val="0"/>
              </a:spcAft>
              <a:buSzPts val="1300"/>
              <a:buChar char="○"/>
            </a:pPr>
            <a:r>
              <a:rPr lang="en" sz="1300">
                <a:latin typeface="Commissioner"/>
                <a:ea typeface="Commissioner"/>
                <a:cs typeface="Commissioner"/>
                <a:sym typeface="Commissioner"/>
              </a:rPr>
              <a:t>The authors simulated a severe Estimation Shift by manually adding random noise to the estimated mean and variance during testing .</a:t>
            </a:r>
            <a:endParaRPr sz="1300">
              <a:latin typeface="Commissioner"/>
              <a:ea typeface="Commissioner"/>
              <a:cs typeface="Commissioner"/>
              <a:sym typeface="Commissioner"/>
            </a:endParaRPr>
          </a:p>
          <a:p>
            <a:pPr indent="-311150" lvl="1" marL="914400" rtl="0" algn="l">
              <a:lnSpc>
                <a:spcPct val="115000"/>
              </a:lnSpc>
              <a:spcBef>
                <a:spcPts val="0"/>
              </a:spcBef>
              <a:spcAft>
                <a:spcPts val="0"/>
              </a:spcAft>
              <a:buSzPts val="1300"/>
              <a:buFont typeface="Commissioner"/>
              <a:buChar char="○"/>
            </a:pPr>
            <a:r>
              <a:rPr lang="en" sz="1300">
                <a:latin typeface="Commissioner"/>
                <a:ea typeface="Commissioner"/>
                <a:cs typeface="Commissioner"/>
                <a:sym typeface="Commissioner"/>
              </a:rPr>
              <a:t>They compared the standard BN model against the XBNBlock model under these noisy conditions.</a:t>
            </a:r>
            <a:endParaRPr sz="1300">
              <a:latin typeface="Commissioner"/>
              <a:ea typeface="Commissioner"/>
              <a:cs typeface="Commissioner"/>
              <a:sym typeface="Commissioner"/>
            </a:endParaRPr>
          </a:p>
          <a:p>
            <a:pPr indent="-311150" lvl="0" marL="457200" rtl="0" algn="l">
              <a:lnSpc>
                <a:spcPct val="115000"/>
              </a:lnSpc>
              <a:spcBef>
                <a:spcPts val="0"/>
              </a:spcBef>
              <a:spcAft>
                <a:spcPts val="0"/>
              </a:spcAft>
              <a:buSzPts val="1300"/>
              <a:buFont typeface="Commissioner"/>
              <a:buChar char="●"/>
            </a:pPr>
            <a:r>
              <a:rPr lang="en" sz="1300">
                <a:latin typeface="Commissioner"/>
                <a:ea typeface="Commissioner"/>
                <a:cs typeface="Commissioner"/>
                <a:sym typeface="Commissioner"/>
              </a:rPr>
              <a:t>Key Finding:</a:t>
            </a:r>
            <a:endParaRPr sz="1300">
              <a:latin typeface="Commissioner"/>
              <a:ea typeface="Commissioner"/>
              <a:cs typeface="Commissioner"/>
              <a:sym typeface="Commissioner"/>
            </a:endParaRPr>
          </a:p>
          <a:p>
            <a:pPr indent="-311150" lvl="1" marL="914400" rtl="0" algn="l">
              <a:lnSpc>
                <a:spcPct val="115000"/>
              </a:lnSpc>
              <a:spcBef>
                <a:spcPts val="0"/>
              </a:spcBef>
              <a:spcAft>
                <a:spcPts val="0"/>
              </a:spcAft>
              <a:buSzPts val="1300"/>
              <a:buChar char="○"/>
            </a:pPr>
            <a:r>
              <a:rPr lang="en" sz="1300">
                <a:latin typeface="Commissioner"/>
                <a:ea typeface="Commissioner"/>
                <a:cs typeface="Commissioner"/>
                <a:sym typeface="Commissioner"/>
              </a:rPr>
              <a:t>Standard BN: Performance crashes rapidly as noise increases.</a:t>
            </a:r>
            <a:endParaRPr sz="1300">
              <a:latin typeface="Commissioner"/>
              <a:ea typeface="Commissioner"/>
              <a:cs typeface="Commissioner"/>
              <a:sym typeface="Commissioner"/>
            </a:endParaRPr>
          </a:p>
          <a:p>
            <a:pPr indent="-311150" lvl="1" marL="914400" rtl="0" algn="l">
              <a:lnSpc>
                <a:spcPct val="115000"/>
              </a:lnSpc>
              <a:spcBef>
                <a:spcPts val="0"/>
              </a:spcBef>
              <a:spcAft>
                <a:spcPts val="0"/>
              </a:spcAft>
              <a:buSzPts val="1300"/>
              <a:buChar char="○"/>
            </a:pPr>
            <a:r>
              <a:rPr lang="en" sz="1300">
                <a:latin typeface="Commissioner"/>
                <a:ea typeface="Commissioner"/>
                <a:cs typeface="Commissioner"/>
                <a:sym typeface="Commissioner"/>
              </a:rPr>
              <a:t>XBNBlock: Maintains high accuracy even with significant noise.</a:t>
            </a:r>
            <a:endParaRPr sz="1300">
              <a:latin typeface="Commissioner"/>
              <a:ea typeface="Commissioner"/>
              <a:cs typeface="Commissioner"/>
              <a:sym typeface="Commissioner"/>
            </a:endParaRPr>
          </a:p>
          <a:p>
            <a:pPr indent="-311150" lvl="0" marL="457200" rtl="0" algn="l">
              <a:lnSpc>
                <a:spcPct val="115000"/>
              </a:lnSpc>
              <a:spcBef>
                <a:spcPts val="0"/>
              </a:spcBef>
              <a:spcAft>
                <a:spcPts val="0"/>
              </a:spcAft>
              <a:buSzPts val="1300"/>
              <a:buChar char="●"/>
            </a:pPr>
            <a:r>
              <a:rPr lang="en" sz="1300">
                <a:latin typeface="Commissioner"/>
                <a:ea typeface="Commissioner"/>
                <a:cs typeface="Commissioner"/>
                <a:sym typeface="Commissioner"/>
              </a:rPr>
              <a:t>Conclusion: This confirms that the BFN intervention successfully mitigates the impact of inaccurate statistics.</a:t>
            </a:r>
            <a:endParaRPr sz="1300">
              <a:latin typeface="Commissioner"/>
              <a:ea typeface="Commissioner"/>
              <a:cs typeface="Commissioner"/>
              <a:sym typeface="Commissioner"/>
            </a:endParaRPr>
          </a:p>
          <a:p>
            <a:pPr indent="0" lvl="0" marL="0" rtl="0" algn="l">
              <a:lnSpc>
                <a:spcPct val="115000"/>
              </a:lnSpc>
              <a:spcBef>
                <a:spcPts val="1200"/>
              </a:spcBef>
              <a:spcAft>
                <a:spcPts val="1200"/>
              </a:spcAft>
              <a:buNone/>
            </a:pPr>
            <a:r>
              <a:t/>
            </a:r>
            <a:endParaRPr sz="1300">
              <a:latin typeface="Commissioner"/>
              <a:ea typeface="Commissioner"/>
              <a:cs typeface="Commissioner"/>
              <a:sym typeface="Commissioner"/>
            </a:endParaRPr>
          </a:p>
        </p:txBody>
      </p:sp>
      <p:pic>
        <p:nvPicPr>
          <p:cNvPr id="352" name="Google Shape;352;p45"/>
          <p:cNvPicPr preferRelativeResize="0"/>
          <p:nvPr/>
        </p:nvPicPr>
        <p:blipFill>
          <a:blip r:embed="rId3">
            <a:alphaModFix/>
          </a:blip>
          <a:stretch>
            <a:fillRect/>
          </a:stretch>
        </p:blipFill>
        <p:spPr>
          <a:xfrm>
            <a:off x="2335887" y="2857500"/>
            <a:ext cx="3633674" cy="2025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6"/>
          <p:cNvSpPr txBox="1"/>
          <p:nvPr/>
        </p:nvSpPr>
        <p:spPr>
          <a:xfrm>
            <a:off x="3299250" y="67150"/>
            <a:ext cx="25455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lang="en" sz="1600">
                <a:latin typeface="Golos Text"/>
                <a:ea typeface="Golos Text"/>
                <a:cs typeface="Golos Text"/>
                <a:sym typeface="Golos Text"/>
              </a:rPr>
              <a:t>Results (Part 2)</a:t>
            </a:r>
            <a:endParaRPr sz="1600">
              <a:latin typeface="Golos Text"/>
              <a:ea typeface="Golos Text"/>
              <a:cs typeface="Golos Text"/>
              <a:sym typeface="Golos Text"/>
            </a:endParaRPr>
          </a:p>
        </p:txBody>
      </p:sp>
      <p:sp>
        <p:nvSpPr>
          <p:cNvPr id="358" name="Google Shape;358;p46"/>
          <p:cNvSpPr txBox="1"/>
          <p:nvPr/>
        </p:nvSpPr>
        <p:spPr>
          <a:xfrm>
            <a:off x="400375" y="498250"/>
            <a:ext cx="7525200" cy="341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latin typeface="Commissioner"/>
                <a:ea typeface="Commissioner"/>
                <a:cs typeface="Commissioner"/>
                <a:sym typeface="Commissioner"/>
              </a:rPr>
              <a:t>The Real-World Challenge:</a:t>
            </a:r>
            <a:endParaRPr sz="1200">
              <a:latin typeface="Commissioner"/>
              <a:ea typeface="Commissioner"/>
              <a:cs typeface="Commissioner"/>
              <a:sym typeface="Commissioner"/>
            </a:endParaRPr>
          </a:p>
          <a:p>
            <a:pPr indent="-304800" lvl="0" marL="457200" rtl="0" algn="l">
              <a:lnSpc>
                <a:spcPct val="115000"/>
              </a:lnSpc>
              <a:spcBef>
                <a:spcPts val="1200"/>
              </a:spcBef>
              <a:spcAft>
                <a:spcPts val="0"/>
              </a:spcAft>
              <a:buSzPts val="1200"/>
              <a:buChar char="●"/>
            </a:pPr>
            <a:r>
              <a:rPr lang="en" sz="1200">
                <a:latin typeface="Commissioner"/>
                <a:ea typeface="Commissioner"/>
                <a:cs typeface="Commissioner"/>
                <a:sym typeface="Commissioner"/>
              </a:rPr>
              <a:t>Tasks like Object Detection (finding objects in images) require heavy memory, forcing users to train with small batch sizes (e.g., 2 images per GPU).</a:t>
            </a:r>
            <a:endParaRPr sz="1200">
              <a:latin typeface="Commissioner"/>
              <a:ea typeface="Commissioner"/>
              <a:cs typeface="Commissioner"/>
              <a:sym typeface="Commissioner"/>
            </a:endParaRPr>
          </a:p>
          <a:p>
            <a:pPr indent="-304800" lvl="0" marL="457200" rtl="0" algn="l">
              <a:lnSpc>
                <a:spcPct val="115000"/>
              </a:lnSpc>
              <a:spcBef>
                <a:spcPts val="0"/>
              </a:spcBef>
              <a:spcAft>
                <a:spcPts val="0"/>
              </a:spcAft>
              <a:buSzPts val="1200"/>
              <a:buFont typeface="Commissioner"/>
              <a:buChar char="●"/>
            </a:pPr>
            <a:r>
              <a:rPr lang="en" sz="1200">
                <a:latin typeface="Commissioner"/>
                <a:ea typeface="Commissioner"/>
                <a:cs typeface="Commissioner"/>
                <a:sym typeface="Commissioner"/>
              </a:rPr>
              <a:t>Standard BN fails here because small batches create noisy, inaccurate statistics .</a:t>
            </a:r>
            <a:endParaRPr sz="1200">
              <a:latin typeface="Commissioner"/>
              <a:ea typeface="Commissioner"/>
              <a:cs typeface="Commissioner"/>
              <a:sym typeface="Commissioner"/>
            </a:endParaRPr>
          </a:p>
          <a:p>
            <a:pPr indent="0" lvl="0" marL="0" rtl="0" algn="l">
              <a:lnSpc>
                <a:spcPct val="115000"/>
              </a:lnSpc>
              <a:spcBef>
                <a:spcPts val="1200"/>
              </a:spcBef>
              <a:spcAft>
                <a:spcPts val="0"/>
              </a:spcAft>
              <a:buNone/>
            </a:pPr>
            <a:r>
              <a:rPr lang="en" sz="1200">
                <a:latin typeface="Commissioner"/>
                <a:ea typeface="Commissioner"/>
                <a:cs typeface="Commissioner"/>
                <a:sym typeface="Commissioner"/>
              </a:rPr>
              <a:t>The Experiment:</a:t>
            </a:r>
            <a:endParaRPr sz="1200">
              <a:latin typeface="Commissioner"/>
              <a:ea typeface="Commissioner"/>
              <a:cs typeface="Commissioner"/>
              <a:sym typeface="Commissioner"/>
            </a:endParaRPr>
          </a:p>
          <a:p>
            <a:pPr indent="-304800" lvl="0" marL="457200" rtl="0" algn="l">
              <a:lnSpc>
                <a:spcPct val="115000"/>
              </a:lnSpc>
              <a:spcBef>
                <a:spcPts val="1200"/>
              </a:spcBef>
              <a:spcAft>
                <a:spcPts val="0"/>
              </a:spcAft>
              <a:buSzPts val="1200"/>
              <a:buFont typeface="Commissioner"/>
              <a:buChar char="●"/>
            </a:pPr>
            <a:r>
              <a:rPr lang="en" sz="1200">
                <a:latin typeface="Commissioner"/>
                <a:ea typeface="Commissioner"/>
                <a:cs typeface="Commissioner"/>
                <a:sym typeface="Commissioner"/>
              </a:rPr>
              <a:t>They trained object detection models (Faster R-CNN) using small batch sizes (BS = 2, 4, and 8).</a:t>
            </a:r>
            <a:endParaRPr sz="1200">
              <a:latin typeface="Commissioner"/>
              <a:ea typeface="Commissioner"/>
              <a:cs typeface="Commissioner"/>
              <a:sym typeface="Commissioner"/>
            </a:endParaRPr>
          </a:p>
          <a:p>
            <a:pPr indent="0" lvl="0" marL="0" rtl="0" algn="l">
              <a:lnSpc>
                <a:spcPct val="115000"/>
              </a:lnSpc>
              <a:spcBef>
                <a:spcPts val="1200"/>
              </a:spcBef>
              <a:spcAft>
                <a:spcPts val="0"/>
              </a:spcAft>
              <a:buNone/>
            </a:pPr>
            <a:r>
              <a:rPr lang="en" sz="1200">
                <a:latin typeface="Commissioner"/>
                <a:ea typeface="Commissioner"/>
                <a:cs typeface="Commissioner"/>
                <a:sym typeface="Commissioner"/>
              </a:rPr>
              <a:t>Key Results:</a:t>
            </a:r>
            <a:endParaRPr sz="1200">
              <a:latin typeface="Commissioner"/>
              <a:ea typeface="Commissioner"/>
              <a:cs typeface="Commissioner"/>
              <a:sym typeface="Commissioner"/>
            </a:endParaRPr>
          </a:p>
          <a:p>
            <a:pPr indent="-304800" lvl="0" marL="457200" rtl="0" algn="l">
              <a:lnSpc>
                <a:spcPct val="115000"/>
              </a:lnSpc>
              <a:spcBef>
                <a:spcPts val="1200"/>
              </a:spcBef>
              <a:spcAft>
                <a:spcPts val="0"/>
              </a:spcAft>
              <a:buSzPts val="1200"/>
              <a:buChar char="●"/>
            </a:pPr>
            <a:r>
              <a:rPr lang="en" sz="1200">
                <a:latin typeface="Commissioner"/>
                <a:ea typeface="Commissioner"/>
                <a:cs typeface="Commissioner"/>
                <a:sym typeface="Commissioner"/>
              </a:rPr>
              <a:t>At Batch Size 2: Standard BN fails (25.35 AP). XBNBlock significantly outperforms it (27.45 AP), almost matching the performance of Group Norm (GN).</a:t>
            </a:r>
            <a:endParaRPr sz="1200">
              <a:latin typeface="Commissioner"/>
              <a:ea typeface="Commissioner"/>
              <a:cs typeface="Commissioner"/>
              <a:sym typeface="Commissioner"/>
            </a:endParaRPr>
          </a:p>
          <a:p>
            <a:pPr indent="-304800" lvl="0" marL="457200" rtl="0" algn="l">
              <a:lnSpc>
                <a:spcPct val="115000"/>
              </a:lnSpc>
              <a:spcBef>
                <a:spcPts val="0"/>
              </a:spcBef>
              <a:spcAft>
                <a:spcPts val="0"/>
              </a:spcAft>
              <a:buSzPts val="1200"/>
              <a:buChar char="●"/>
            </a:pPr>
            <a:r>
              <a:rPr lang="en" sz="1200">
                <a:latin typeface="Commissioner"/>
                <a:ea typeface="Commissioner"/>
                <a:cs typeface="Commissioner"/>
                <a:sym typeface="Commissioner"/>
              </a:rPr>
              <a:t>At Batch Size 4 &amp; 8: XBNBlock is the clear winner, outperforming </a:t>
            </a:r>
            <a:r>
              <a:rPr i="1" lang="en" sz="1200">
                <a:latin typeface="Commissioner"/>
                <a:ea typeface="Commissioner"/>
                <a:cs typeface="Commissioner"/>
                <a:sym typeface="Commissioner"/>
              </a:rPr>
              <a:t>both</a:t>
            </a:r>
            <a:r>
              <a:rPr lang="en" sz="1200">
                <a:latin typeface="Commissioner"/>
                <a:ea typeface="Commissioner"/>
                <a:cs typeface="Commissioner"/>
                <a:sym typeface="Commissioner"/>
              </a:rPr>
              <a:t> standard BN and pure GN.</a:t>
            </a:r>
            <a:endParaRPr sz="1200">
              <a:latin typeface="Commissioner"/>
              <a:ea typeface="Commissioner"/>
              <a:cs typeface="Commissioner"/>
              <a:sym typeface="Commissioner"/>
            </a:endParaRPr>
          </a:p>
          <a:p>
            <a:pPr indent="0" lvl="0" marL="0" rtl="0" algn="l">
              <a:lnSpc>
                <a:spcPct val="115000"/>
              </a:lnSpc>
              <a:spcBef>
                <a:spcPts val="1200"/>
              </a:spcBef>
              <a:spcAft>
                <a:spcPts val="1200"/>
              </a:spcAft>
              <a:buNone/>
            </a:pPr>
            <a:r>
              <a:t/>
            </a:r>
            <a:endParaRPr sz="1200">
              <a:latin typeface="Commissioner"/>
              <a:ea typeface="Commissioner"/>
              <a:cs typeface="Commissioner"/>
              <a:sym typeface="Commissioner"/>
            </a:endParaRPr>
          </a:p>
        </p:txBody>
      </p:sp>
      <p:pic>
        <p:nvPicPr>
          <p:cNvPr id="359" name="Google Shape;359;p46"/>
          <p:cNvPicPr preferRelativeResize="0"/>
          <p:nvPr/>
        </p:nvPicPr>
        <p:blipFill>
          <a:blip r:embed="rId3">
            <a:alphaModFix/>
          </a:blip>
          <a:stretch>
            <a:fillRect/>
          </a:stretch>
        </p:blipFill>
        <p:spPr>
          <a:xfrm>
            <a:off x="1782025" y="3685825"/>
            <a:ext cx="5018624" cy="1191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47"/>
          <p:cNvSpPr txBox="1"/>
          <p:nvPr/>
        </p:nvSpPr>
        <p:spPr>
          <a:xfrm>
            <a:off x="3896250" y="154525"/>
            <a:ext cx="13515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lang="en" sz="1600">
                <a:latin typeface="Golos Text"/>
                <a:ea typeface="Golos Text"/>
                <a:cs typeface="Golos Text"/>
                <a:sym typeface="Golos Text"/>
              </a:rPr>
              <a:t>Hypothesis</a:t>
            </a:r>
            <a:endParaRPr sz="1600">
              <a:latin typeface="Golos Text"/>
              <a:ea typeface="Golos Text"/>
              <a:cs typeface="Golos Text"/>
              <a:sym typeface="Golos Text"/>
            </a:endParaRPr>
          </a:p>
        </p:txBody>
      </p:sp>
      <p:sp>
        <p:nvSpPr>
          <p:cNvPr id="365" name="Google Shape;365;p47"/>
          <p:cNvSpPr txBox="1"/>
          <p:nvPr/>
        </p:nvSpPr>
        <p:spPr>
          <a:xfrm>
            <a:off x="390125" y="733825"/>
            <a:ext cx="7525200" cy="4485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latin typeface="Commissioner"/>
                <a:ea typeface="Commissioner"/>
                <a:cs typeface="Commissioner"/>
                <a:sym typeface="Commissioner"/>
              </a:rPr>
              <a:t>Hypothesis 1: Optimizing the Blocking Mechanism Type</a:t>
            </a:r>
            <a:endParaRPr>
              <a:latin typeface="Commissioner"/>
              <a:ea typeface="Commissioner"/>
              <a:cs typeface="Commissioner"/>
              <a:sym typeface="Commissioner"/>
            </a:endParaRPr>
          </a:p>
          <a:p>
            <a:pPr indent="-317500" lvl="0" marL="457200" rtl="0" algn="l">
              <a:lnSpc>
                <a:spcPct val="115000"/>
              </a:lnSpc>
              <a:spcBef>
                <a:spcPts val="1200"/>
              </a:spcBef>
              <a:spcAft>
                <a:spcPts val="0"/>
              </a:spcAft>
              <a:buSzPts val="1400"/>
              <a:buFont typeface="Commissioner"/>
              <a:buChar char="●"/>
            </a:pPr>
            <a:r>
              <a:rPr lang="en">
                <a:latin typeface="Commissioner"/>
                <a:ea typeface="Commissioner"/>
                <a:cs typeface="Commissioner"/>
                <a:sym typeface="Commissioner"/>
              </a:rPr>
              <a:t>The paper defaults to Group Norm (GN), which necessitates tuning a hyperparameter (groups).</a:t>
            </a:r>
            <a:endParaRPr>
              <a:latin typeface="Commissioner"/>
              <a:ea typeface="Commissioner"/>
              <a:cs typeface="Commissioner"/>
              <a:sym typeface="Commissioner"/>
            </a:endParaRPr>
          </a:p>
          <a:p>
            <a:pPr indent="-317500" lvl="0" marL="457200" rtl="0" algn="l">
              <a:lnSpc>
                <a:spcPct val="115000"/>
              </a:lnSpc>
              <a:spcBef>
                <a:spcPts val="0"/>
              </a:spcBef>
              <a:spcAft>
                <a:spcPts val="0"/>
              </a:spcAft>
              <a:buSzPts val="1400"/>
              <a:buChar char="●"/>
            </a:pPr>
            <a:r>
              <a:rPr lang="en">
                <a:latin typeface="Commissioner"/>
                <a:ea typeface="Commissioner"/>
                <a:cs typeface="Commissioner"/>
                <a:sym typeface="Commissioner"/>
              </a:rPr>
              <a:t>We hypothesize that Layer Normalization (LN) is a superior blocking mechanism. LN imposes a global constraint across all channels, potentially blocking error accumulation more effectively than GN without the complexity of group tuning.</a:t>
            </a:r>
            <a:endParaRPr>
              <a:latin typeface="Commissioner"/>
              <a:ea typeface="Commissioner"/>
              <a:cs typeface="Commissioner"/>
              <a:sym typeface="Commissioner"/>
            </a:endParaRPr>
          </a:p>
          <a:p>
            <a:pPr indent="0" lvl="0" marL="0" rtl="0" algn="l">
              <a:lnSpc>
                <a:spcPct val="115000"/>
              </a:lnSpc>
              <a:spcBef>
                <a:spcPts val="1200"/>
              </a:spcBef>
              <a:spcAft>
                <a:spcPts val="0"/>
              </a:spcAft>
              <a:buNone/>
            </a:pPr>
            <a:r>
              <a:rPr lang="en">
                <a:latin typeface="Commissioner"/>
                <a:ea typeface="Commissioner"/>
                <a:cs typeface="Commissioner"/>
                <a:sym typeface="Commissioner"/>
              </a:rPr>
              <a:t>Hypothesis 2: Optimizing the Barrier Location (Depth-Dependency)</a:t>
            </a:r>
            <a:endParaRPr>
              <a:latin typeface="Commissioner"/>
              <a:ea typeface="Commissioner"/>
              <a:cs typeface="Commissioner"/>
              <a:sym typeface="Commissioner"/>
            </a:endParaRPr>
          </a:p>
          <a:p>
            <a:pPr indent="-317500" lvl="0" marL="457200" rtl="0" algn="l">
              <a:lnSpc>
                <a:spcPct val="115000"/>
              </a:lnSpc>
              <a:spcBef>
                <a:spcPts val="1200"/>
              </a:spcBef>
              <a:spcAft>
                <a:spcPts val="0"/>
              </a:spcAft>
              <a:buSzPts val="1400"/>
              <a:buFont typeface="Commissioner"/>
              <a:buChar char="●"/>
            </a:pPr>
            <a:r>
              <a:rPr lang="en">
                <a:latin typeface="Commissioner"/>
                <a:ea typeface="Commissioner"/>
                <a:cs typeface="Commissioner"/>
                <a:sym typeface="Commissioner"/>
              </a:rPr>
              <a:t>While the paper applies XBNBlocks uniformly throughout the network (e.g., every 2nd block), experimental results show that Estimation Shift is negligible in early layers and accumulates significantly only in deeper layers .</a:t>
            </a:r>
            <a:endParaRPr>
              <a:latin typeface="Commissioner"/>
              <a:ea typeface="Commissioner"/>
              <a:cs typeface="Commissioner"/>
              <a:sym typeface="Commissioner"/>
            </a:endParaRPr>
          </a:p>
          <a:p>
            <a:pPr indent="-317500" lvl="0" marL="457200" rtl="0" algn="l">
              <a:lnSpc>
                <a:spcPct val="115000"/>
              </a:lnSpc>
              <a:spcBef>
                <a:spcPts val="0"/>
              </a:spcBef>
              <a:spcAft>
                <a:spcPts val="0"/>
              </a:spcAft>
              <a:buSzPts val="1400"/>
              <a:buChar char="●"/>
            </a:pPr>
            <a:r>
              <a:rPr lang="en">
                <a:latin typeface="Commissioner"/>
                <a:ea typeface="Commissioner"/>
                <a:cs typeface="Commissioner"/>
                <a:sym typeface="Commissioner"/>
              </a:rPr>
              <a:t>We hypothesize that placing </a:t>
            </a:r>
            <a:r>
              <a:rPr lang="en">
                <a:latin typeface="Commissioner"/>
                <a:ea typeface="Commissioner"/>
                <a:cs typeface="Commissioner"/>
                <a:sym typeface="Commissioner"/>
              </a:rPr>
              <a:t>XBNBlocks</a:t>
            </a:r>
            <a:r>
              <a:rPr lang="en">
                <a:latin typeface="Commissioner"/>
                <a:ea typeface="Commissioner"/>
                <a:cs typeface="Commissioner"/>
                <a:sym typeface="Commissioner"/>
              </a:rPr>
              <a:t> only in the final stages of the network will be more effective than uniform placement. This positions the blocking layer exactly where the accumulated error is most severe, preserving the benefits of standard BN in the early layers where the error is low.</a:t>
            </a:r>
            <a:endParaRPr>
              <a:latin typeface="Commissioner"/>
              <a:ea typeface="Commissioner"/>
              <a:cs typeface="Commissioner"/>
              <a:sym typeface="Commissioner"/>
            </a:endParaRPr>
          </a:p>
          <a:p>
            <a:pPr indent="0" lvl="0" marL="0" rtl="0" algn="l">
              <a:lnSpc>
                <a:spcPct val="115000"/>
              </a:lnSpc>
              <a:spcBef>
                <a:spcPts val="1200"/>
              </a:spcBef>
              <a:spcAft>
                <a:spcPts val="1200"/>
              </a:spcAft>
              <a:buNone/>
            </a:pPr>
            <a:r>
              <a:t/>
            </a:r>
            <a:endParaRPr>
              <a:latin typeface="Commissioner"/>
              <a:ea typeface="Commissioner"/>
              <a:cs typeface="Commissioner"/>
              <a:sym typeface="Commission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8"/>
          <p:cNvSpPr txBox="1"/>
          <p:nvPr/>
        </p:nvSpPr>
        <p:spPr>
          <a:xfrm>
            <a:off x="3421800" y="123750"/>
            <a:ext cx="2300400" cy="89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lang="en" sz="1600">
                <a:latin typeface="Golos Text"/>
                <a:ea typeface="Golos Text"/>
                <a:cs typeface="Golos Text"/>
                <a:sym typeface="Golos Text"/>
              </a:rPr>
              <a:t>Expected Outcomes</a:t>
            </a:r>
            <a:endParaRPr sz="1600">
              <a:latin typeface="Golos Text"/>
              <a:ea typeface="Golos Text"/>
              <a:cs typeface="Golos Text"/>
              <a:sym typeface="Golos Text"/>
            </a:endParaRPr>
          </a:p>
          <a:p>
            <a:pPr indent="0" lvl="0" marL="0" rtl="0" algn="l">
              <a:lnSpc>
                <a:spcPct val="115000"/>
              </a:lnSpc>
              <a:spcBef>
                <a:spcPts val="1400"/>
              </a:spcBef>
              <a:spcAft>
                <a:spcPts val="400"/>
              </a:spcAft>
              <a:buNone/>
            </a:pPr>
            <a:r>
              <a:t/>
            </a:r>
            <a:endParaRPr sz="1600">
              <a:latin typeface="Golos Text"/>
              <a:ea typeface="Golos Text"/>
              <a:cs typeface="Golos Text"/>
              <a:sym typeface="Golos Text"/>
            </a:endParaRPr>
          </a:p>
        </p:txBody>
      </p:sp>
      <p:sp>
        <p:nvSpPr>
          <p:cNvPr id="371" name="Google Shape;371;p48"/>
          <p:cNvSpPr txBox="1"/>
          <p:nvPr/>
        </p:nvSpPr>
        <p:spPr>
          <a:xfrm>
            <a:off x="390125" y="789750"/>
            <a:ext cx="75252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a:latin typeface="Commissioner"/>
              <a:ea typeface="Commissioner"/>
              <a:cs typeface="Commissioner"/>
              <a:sym typeface="Commissioner"/>
            </a:endParaRPr>
          </a:p>
        </p:txBody>
      </p:sp>
      <p:sp>
        <p:nvSpPr>
          <p:cNvPr id="372" name="Google Shape;372;p48"/>
          <p:cNvSpPr txBox="1"/>
          <p:nvPr/>
        </p:nvSpPr>
        <p:spPr>
          <a:xfrm>
            <a:off x="829600" y="789750"/>
            <a:ext cx="6841800" cy="358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latin typeface="Commissioner"/>
                <a:ea typeface="Commissioner"/>
                <a:cs typeface="Commissioner"/>
                <a:sym typeface="Commissioner"/>
              </a:rPr>
              <a:t>Validating Hypothesis 1 (Type):</a:t>
            </a:r>
            <a:endParaRPr>
              <a:latin typeface="Commissioner"/>
              <a:ea typeface="Commissioner"/>
              <a:cs typeface="Commissioner"/>
              <a:sym typeface="Commissioner"/>
            </a:endParaRPr>
          </a:p>
          <a:p>
            <a:pPr indent="-317500" lvl="0" marL="457200" rtl="0" algn="l">
              <a:lnSpc>
                <a:spcPct val="115000"/>
              </a:lnSpc>
              <a:spcBef>
                <a:spcPts val="1200"/>
              </a:spcBef>
              <a:spcAft>
                <a:spcPts val="0"/>
              </a:spcAft>
              <a:buSzPts val="1400"/>
              <a:buChar char="●"/>
            </a:pPr>
            <a:r>
              <a:rPr lang="en">
                <a:latin typeface="Commissioner"/>
                <a:ea typeface="Commissioner"/>
                <a:cs typeface="Commissioner"/>
                <a:sym typeface="Commissioner"/>
              </a:rPr>
              <a:t>If XBNBlock-LN &gt; XBNBlock-GN: We prove that a simpler, parameter-free mechanism is superior.</a:t>
            </a:r>
            <a:endParaRPr>
              <a:latin typeface="Commissioner"/>
              <a:ea typeface="Commissioner"/>
              <a:cs typeface="Commissioner"/>
              <a:sym typeface="Commissioner"/>
            </a:endParaRPr>
          </a:p>
          <a:p>
            <a:pPr indent="-317500" lvl="0" marL="457200" rtl="0" algn="l">
              <a:lnSpc>
                <a:spcPct val="115000"/>
              </a:lnSpc>
              <a:spcBef>
                <a:spcPts val="0"/>
              </a:spcBef>
              <a:spcAft>
                <a:spcPts val="0"/>
              </a:spcAft>
              <a:buSzPts val="1400"/>
              <a:buChar char="●"/>
            </a:pPr>
            <a:r>
              <a:rPr lang="en">
                <a:latin typeface="Commissioner"/>
                <a:ea typeface="Commissioner"/>
                <a:cs typeface="Commissioner"/>
                <a:sym typeface="Commissioner"/>
              </a:rPr>
              <a:t>If GN wins: We confirm the paper's choice of grouping channels is necessary for representation.</a:t>
            </a:r>
            <a:endParaRPr>
              <a:latin typeface="Commissioner"/>
              <a:ea typeface="Commissioner"/>
              <a:cs typeface="Commissioner"/>
              <a:sym typeface="Commissioner"/>
            </a:endParaRPr>
          </a:p>
          <a:p>
            <a:pPr indent="0" lvl="0" marL="0" rtl="0" algn="l">
              <a:lnSpc>
                <a:spcPct val="115000"/>
              </a:lnSpc>
              <a:spcBef>
                <a:spcPts val="1200"/>
              </a:spcBef>
              <a:spcAft>
                <a:spcPts val="0"/>
              </a:spcAft>
              <a:buNone/>
            </a:pPr>
            <a:r>
              <a:rPr lang="en">
                <a:latin typeface="Commissioner"/>
                <a:ea typeface="Commissioner"/>
                <a:cs typeface="Commissioner"/>
                <a:sym typeface="Commissioner"/>
              </a:rPr>
              <a:t>Validating Hypothesis 2 (Location):</a:t>
            </a:r>
            <a:endParaRPr>
              <a:latin typeface="Commissioner"/>
              <a:ea typeface="Commissioner"/>
              <a:cs typeface="Commissioner"/>
              <a:sym typeface="Commissioner"/>
            </a:endParaRPr>
          </a:p>
          <a:p>
            <a:pPr indent="-317500" lvl="0" marL="457200" rtl="0" algn="l">
              <a:lnSpc>
                <a:spcPct val="115000"/>
              </a:lnSpc>
              <a:spcBef>
                <a:spcPts val="1200"/>
              </a:spcBef>
              <a:spcAft>
                <a:spcPts val="0"/>
              </a:spcAft>
              <a:buSzPts val="1400"/>
              <a:buChar char="●"/>
            </a:pPr>
            <a:r>
              <a:rPr lang="en">
                <a:latin typeface="Commissioner"/>
                <a:ea typeface="Commissioner"/>
                <a:cs typeface="Commissioner"/>
                <a:sym typeface="Commissioner"/>
              </a:rPr>
              <a:t>If Late-Stage-XBN matches/beats Uniform-XBN: We prove that the compounding error only needs to be blocked at the end. This would be a significant efficiency finding, showing we don't need to modify the whole network.</a:t>
            </a:r>
            <a:endParaRPr>
              <a:latin typeface="Commissioner"/>
              <a:ea typeface="Commissioner"/>
              <a:cs typeface="Commissioner"/>
              <a:sym typeface="Commissioner"/>
            </a:endParaRPr>
          </a:p>
          <a:p>
            <a:pPr indent="-317500" lvl="0" marL="457200" rtl="0" algn="l">
              <a:lnSpc>
                <a:spcPct val="115000"/>
              </a:lnSpc>
              <a:spcBef>
                <a:spcPts val="0"/>
              </a:spcBef>
              <a:spcAft>
                <a:spcPts val="0"/>
              </a:spcAft>
              <a:buSzPts val="1400"/>
              <a:buChar char="●"/>
            </a:pPr>
            <a:r>
              <a:rPr lang="en">
                <a:latin typeface="Commissioner"/>
                <a:ea typeface="Commissioner"/>
                <a:cs typeface="Commissioner"/>
                <a:sym typeface="Commissioner"/>
              </a:rPr>
              <a:t>If Uniform wins: We prove that blocking the error early before it grows is critical, even if the estimation shift appears negligible in the shallow layers.</a:t>
            </a:r>
            <a:endParaRPr>
              <a:solidFill>
                <a:schemeClr val="dk1"/>
              </a:solidFill>
              <a:latin typeface="Commissioner"/>
              <a:ea typeface="Commissioner"/>
              <a:cs typeface="Commissioner"/>
              <a:sym typeface="Commissione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9"/>
          <p:cNvSpPr txBox="1"/>
          <p:nvPr/>
        </p:nvSpPr>
        <p:spPr>
          <a:xfrm>
            <a:off x="3167150" y="186575"/>
            <a:ext cx="19917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t/>
            </a:r>
            <a:endParaRPr sz="1600">
              <a:latin typeface="Golos Text"/>
              <a:ea typeface="Golos Text"/>
              <a:cs typeface="Golos Text"/>
              <a:sym typeface="Golos Text"/>
            </a:endParaRPr>
          </a:p>
        </p:txBody>
      </p:sp>
      <p:sp>
        <p:nvSpPr>
          <p:cNvPr id="378" name="Google Shape;378;p49"/>
          <p:cNvSpPr txBox="1"/>
          <p:nvPr/>
        </p:nvSpPr>
        <p:spPr>
          <a:xfrm>
            <a:off x="400400" y="896550"/>
            <a:ext cx="75252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500">
              <a:latin typeface="Commissioner"/>
              <a:ea typeface="Commissioner"/>
              <a:cs typeface="Commissioner"/>
              <a:sym typeface="Commissioner"/>
            </a:endParaRPr>
          </a:p>
        </p:txBody>
      </p:sp>
      <p:sp>
        <p:nvSpPr>
          <p:cNvPr id="379" name="Google Shape;379;p49"/>
          <p:cNvSpPr txBox="1"/>
          <p:nvPr/>
        </p:nvSpPr>
        <p:spPr>
          <a:xfrm>
            <a:off x="1880750" y="1537200"/>
            <a:ext cx="45645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6000">
                <a:solidFill>
                  <a:schemeClr val="dk1"/>
                </a:solidFill>
                <a:latin typeface="Golos Text"/>
                <a:ea typeface="Golos Text"/>
                <a:cs typeface="Golos Text"/>
                <a:sym typeface="Golos Text"/>
              </a:rPr>
              <a:t>Thank You!</a:t>
            </a:r>
            <a:endParaRPr sz="6000">
              <a:solidFill>
                <a:schemeClr val="dk1"/>
              </a:solidFill>
              <a:latin typeface="Golos Text"/>
              <a:ea typeface="Golos Text"/>
              <a:cs typeface="Golos Text"/>
              <a:sym typeface="Golos Tex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rmulating a Research Problem for University Students by Slidesgo">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